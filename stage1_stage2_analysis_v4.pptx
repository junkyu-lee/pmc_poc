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LG SW PM Competition 2025 Final — Case Study 모범 답안</a:t>
            </a:r>
          </a:p>
          <a:p>
            <a:pPr>
              <a:spcAft>
                <a:spcPts val="1400"/>
              </a:spcAft>
              <a:defRPr sz="2800" b="1">
                <a:solidFill>
                  <a:srgbClr val="F8FAFC"/>
                </a:solidFill>
              </a:defRPr>
            </a:pPr>
            <a:r>
              <a:t>Stage ① Identify &amp; Stage ② Analyze</a:t>
            </a:r>
            <a:br/>
            <a:r>
              <a:t>종합 분석 리포트 (v4)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시나리오: NovaHome Connect 통합 과제 + 돌발 이슈 01 (내부 갈등: 베타 D-15 소셜로그인 강행)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📌 Executive Summary — 프로젝트 위기 진단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🚨 위기 핵심 상황 (베타 D-15)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소셜 로그인(REQ-017) 기습 반영으로 인한 기술/빌드 충돌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Nebula SDK 2.4 연동 막바지 자원 부족 및 QA 지원 불능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개인정보 처리 동의 약관 누락 ➔ CRB 승인 거절 법적 리스크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품질 책임자/BE/보안의 전사적 집단 직무 거부 선언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현상은 '일정 지연 및 대립'이나, 근본 원인은 '거버넌스 부재'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🛠️ 5대 핵심 문제 &amp; 3개 실물 도구 일체화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[문제 1] 거버넌스 붕괴: RACI 표, Stakeholder Matrix, 5 Whys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[문제 2] Scope Creep: RTM 추적표, Sprint 3 Burndown Chart, Mindset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[문제 3] 품질 보증 파이프라인 붕괴: Control Chart, Variance, Fishbone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[문제 4] 법무/보안 Compliance 리스크: Risk 5x5 Heatmap, Quant Risk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[문제 5] 팀 간 R&amp;R 대립: Causal Map, Pareto Chart, Trend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1. 프로젝트 기본 정보 및 게이트 체계 (Identify)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NovaHome Connect 개요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프로젝트: 글로벌 가전/스마트홈 통합 플랫폼 구축 (4개월)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론칭 목표일: 2025년 11월 15일 글로벌 동시 론칭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수행 방식: Agile 스크럼 (2주 스프린트) + Milestone Gate (G1~G5)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핵심 파트너: NebulaWorks (인증), AdVantage (광고/마케팅)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마일스톤 게이트(Gate) 현황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G1 Scope Freeze (09/15): 위반 (소셜 로그인 범위 혼선)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G2 Design Freeze (10/01): 위반 (REQ-021 약관 CRB 지연)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G3 Beta (10/20): CRITICAL (D-15 소셜로그인 강행 충돌)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G4 LRR (11/05): CRITICAL (p95 410ms 목표 300ms 초과)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G5 Launch (11/15): High 리스크 미해소 시 론칭 실패 위험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🔍 [문제 1] 거버넌스 붕괴 &amp; 권한/스폰서십 비공식 변경 (분석)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PMBOK 8판 4단계 논리 분석 체계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Mindset: 의사결정을 공식 체계(CRB)가 아닌 영업/마케팅 압박에 수용함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Domain: Governance Performance Domain &amp; Stakeholder Domain 붕괴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AI Use Case: AI 기반 의사결정 영향도 자동 검증 &amp; RACI 승인 에이전트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Future State: 스폰서-PO-PM 3자 공식 승인 없는 변경 0건 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📊 [문제 1] 거버넌스 붕괴 &amp; 권한/스폰서십 비공식 변경 — 실물 디텍팅 도구 3종 풀패키지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1: RACI Matrix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PO가 Accountable(A) 권한 독단 행사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스폰서/개발팀이 Informed(I)조차 누락된 파괴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2: Stakeholder Matrix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스폰서(전무): Unaware ➔ Leading 갭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QA/BE: Resistant 상태로 전낙 직무거부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7031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3: 5 Whys Root Cause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Why 1: D-15 소셜로그인 강행 ➔ PO 수용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Why 5: PMBOK 8판 거버넌스 승인체계 부재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🔍 [문제 2] 요구사항 변경 통제 미비 &amp; Scope Creep (분석)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PMBOK 8판 4단계 논리 분석 체계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Mindset: G1 Scope Freeze 베이스라인 경시 및 의존성 분석 부재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Domain: Planning Performance Domain &amp; Scope Management 붕괴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AI Use Case: AI RTM 추적성 분석기 &amp; 스코프 변동 경고 봇 구축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Future State: 베이스라인 변경 시 자동 영향도 분석 및 스코프크립 0건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📊 [문제 2] 요구사항 변경 통제 미비 &amp; Scope Creep — 실물 디텍팅 도구 3종 풀패키지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1: RTM Traceability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REQ-017이 REQ-021약관 및 IAM과 단절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요구사항 추적성 파괴로 빌드 충돌 발생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2: Sprint Burndown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Day 7에 스코프 +12SP 기습 추가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번다운 궤적이 위로 꺾이며 완료 위험 입증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7031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3: Mindset Mapping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기존: '요구사항 추가는 흔함, 버티자'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PMBOK: 'Scope Freeze 준수 &amp; 영향 통제'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🔍 [문제 3] 검증/품질 보증 파이프라인 붕괴 (분석)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PMBOK 8판 4단계 논리 분석 체계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Mindset: 캐시 무효화 임시변경이 전체 품질 파이프라인 부채 초래 간과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Domain: Delivery Performance Domain &amp; Quality Performance 붕괴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AI Use Case: AI 자동 테스트 케이스 생성기 &amp; 회귀 성능 예측 모니터링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Future State: CI 빌드 성공률 90% 이상 확보 및 p95 ≤ 300ms 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📊 [문제 3] 검증/품질 보증 파이프라인 붕괴 — 실물 디텍팅 도구 3종 풀패키지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1: Control Chart (관리도)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7주 연속 점수 하락 (Rule of Seven 위반)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7주차 LCL 이탈 (p95 410ms 초과)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2: Variance Analysis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p95 응답속도: 목표 300ms vs 실적 410ms (+110ms)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CI 성공률: 목표 85% vs 실적 78% (-7%p)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7031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3: Fishbone Diagram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People: QA 40개 TC 전수검증 불능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Tech: SDK 2.4 빌드충돌 &amp; 스키마 v3 혼선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🔍 [문제 4] 법무/보안 규제 준수(Compliance) 리스크 (분석)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PMBOK 8판 4단계 논리 분석 체계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Mindset: 보안/법무 약관을 론칭 직전 형식적 절차로 치부하는 마인드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Domain: Risk Performance Domain &amp; Compliance Domain 붕괴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AI Use Case: AI 컴플라이언스 사전 약관 검증기 &amp; Geo-IP 자동 신청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Future State: CRB 승인 100% 사전 확보 및 법적 리스크 ZERO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📊 [문제 4] 법무/보안 규제 준수(Compliance) 리스크 — 실물 디텍팅 도구 3종 풀패키지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1: Risk P-I Heatmap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개인정보 동의 약관 누락: P(5) x I(5) = Score 25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Geo-IP Enforcement 미대응: Score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2: Quant Risk Impact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Geo-IP 미신청 시 11/01 유럽 접속 차단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계약 위반 과징금 + 브랜드 손실 정량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7031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3: Feedback Loop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약관 미비 ➔ CRB 승인 실패 ➔ 론칭 연기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마케팅 손실 및 전사 신뢰 추락 악순환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🔍 [문제 5] 팀 간 R&amp;R 대립 및 조직 사기 저하 (분석)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PMBOK 8판 4단계 논리 분석 체계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Mindset: 리더십을 일방 통제로 인식하고 서번트 리더십 제공 실패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Domain: Team Performance Domain &amp; Culture Domain 붕괴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AI Use Case: AI 다국어 회의록 요약 봇 &amp; 팀 사기 감지 에이전트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Future State: 의사결정 100% 투명 공유 및 팀 협업 만족도 90% 달성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📊 [문제 5] 팀 간 R&amp;R 대립 및 조직 사기 저하 — 실물 디텍팅 도구 3종 풀패키지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1: Causal Relationship Map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거버넌스 붕괴 ➔ Scope Creep ➔ 품질 붕괴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개발/QA/보안 책임 전가 ➔ 이탈 위험 악순환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2: Pareto Chart (80/20)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불만 원인의 60.8%가 '일방 스코프 변경'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기술 부채 강요 2개 상위 원인에 집중됨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7031" y="1371600"/>
            <a:ext cx="34747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Tool 3: Trend Analysis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인도 QA Raj 회의록 오역(Disabled vs Delay)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블라인드 게시판 불만 폭발 ➔ 이탈 추세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LG SW PM COMPETITION 2025 FINAL — STAGE ① &amp; ② 모범 답안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🚀 Stage ① &amp; ② 종합 결론 및 Stage ③ Design 이행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종합 진단 총평 &amp; Next Step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5개 문제에 매핑된 실물 분석 도구 15종(RACI, RTM, Control Chart, Burndown, Pareto 등)을 통해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증상 뒤에 숨겨진 'PMBOK 8판 거버넌스 붕괴 및 비공식 변경 절차'라는 근본 원인을 완벽히 증명했습니다.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 ① Identify: 5대 KPI 갭 식별 완료 (p95 410ms, CI 78%, 돌발 이슈 01 포착)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 ② Analyze: 문제별 3개 실물 도구(총 15종)를 내장하여 근본 원인 증명 완료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 ③ Design 이행: AI RTM Agent, CRB 자동검증 봇, AI 회의록 시스템 기반 개선안 설계 착수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