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9" r:id="rId10"/>
    <p:sldId id="264" r:id="rId11"/>
    <p:sldId id="265" r:id="rId12"/>
    <p:sldId id="276" r:id="rId13"/>
    <p:sldId id="277" r:id="rId14"/>
    <p:sldId id="278" r:id="rId15"/>
    <p:sldId id="266" r:id="rId16"/>
    <p:sldId id="285" r:id="rId17"/>
    <p:sldId id="267" r:id="rId18"/>
    <p:sldId id="283" r:id="rId19"/>
    <p:sldId id="284" r:id="rId20"/>
    <p:sldId id="268" r:id="rId21"/>
    <p:sldId id="269" r:id="rId22"/>
    <p:sldId id="287" r:id="rId23"/>
    <p:sldId id="288" r:id="rId24"/>
    <p:sldId id="270" r:id="rId25"/>
    <p:sldId id="271" r:id="rId26"/>
    <p:sldId id="272" r:id="rId27"/>
    <p:sldId id="282" r:id="rId28"/>
    <p:sldId id="290" r:id="rId29"/>
    <p:sldId id="275" r:id="rId30"/>
    <p:sldId id="281" r:id="rId31"/>
  </p:sldIdLst>
  <p:sldSz cx="12192000" cy="6858000"/>
  <p:notesSz cx="6858000" cy="12192000"/>
  <p:embeddedFontLst>
    <p:embeddedFont>
      <p:font typeface="Noto Sans KR" panose="020B0200000000000000" pitchFamily="50" charset="-127"/>
      <p:regular r:id="rId33"/>
      <p:bold r:id="rId3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296" autoAdjust="0"/>
  </p:normalViewPr>
  <p:slideViewPr>
    <p:cSldViewPr snapToGrid="0" snapToObjects="1">
      <p:cViewPr varScale="1">
        <p:scale>
          <a:sx n="104" d="100"/>
          <a:sy n="104" d="100"/>
        </p:scale>
        <p:origin x="13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1691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구조적 맹목</a:t>
            </a:r>
            <a:r>
              <a:rPr lang="en-US" altLang="ko-KR" dirty="0"/>
              <a:t>(Structural Blindness)</a:t>
            </a:r>
            <a:r>
              <a:rPr lang="ko-KR" altLang="en-US" dirty="0"/>
              <a:t>으로 발생한 수박 프로젝트 </a:t>
            </a:r>
          </a:p>
          <a:p>
            <a:r>
              <a:rPr lang="ko-KR" altLang="en-US" dirty="0"/>
              <a:t>○ </a:t>
            </a:r>
            <a:r>
              <a:rPr lang="en-US" altLang="ko-KR" dirty="0"/>
              <a:t>HERMES ≠ </a:t>
            </a:r>
            <a:r>
              <a:rPr lang="ko-KR" altLang="en-US" dirty="0"/>
              <a:t>전형적 수박 프로젝트</a:t>
            </a:r>
          </a:p>
          <a:p>
            <a:r>
              <a:rPr lang="en-US" altLang="ko-KR" dirty="0"/>
              <a:t>· </a:t>
            </a:r>
            <a:r>
              <a:rPr lang="ko-KR" altLang="en-US" dirty="0"/>
              <a:t>전형적 수박</a:t>
            </a:r>
            <a:r>
              <a:rPr lang="en-US" altLang="ko-KR" dirty="0"/>
              <a:t>: PM</a:t>
            </a:r>
            <a:r>
              <a:rPr lang="ko-KR" altLang="en-US" dirty="0"/>
              <a:t>이 의도적으로 실적을 위장 </a:t>
            </a:r>
            <a:r>
              <a:rPr lang="en-US" altLang="ko-KR" dirty="0"/>
              <a:t>(</a:t>
            </a:r>
            <a:r>
              <a:rPr lang="ko-KR" altLang="en-US" dirty="0"/>
              <a:t>악의적 은폐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· HERMES: PM</a:t>
            </a:r>
            <a:r>
              <a:rPr lang="ko-KR" altLang="en-US" dirty="0"/>
              <a:t>이 측정 체계 자체를 잘못 설계하여</a:t>
            </a:r>
            <a:r>
              <a:rPr lang="en-US" altLang="ko-KR" dirty="0"/>
              <a:t>, </a:t>
            </a:r>
            <a:r>
              <a:rPr lang="ko-KR" altLang="en-US" dirty="0"/>
              <a:t>시스템이 볼 수 없는 것을 아무도 보지 못함 </a:t>
            </a:r>
            <a:r>
              <a:rPr lang="en-US" altLang="ko-KR" dirty="0"/>
              <a:t>(</a:t>
            </a:r>
            <a:r>
              <a:rPr lang="ko-KR" altLang="en-US" dirty="0"/>
              <a:t>구조적 맹목</a:t>
            </a:r>
            <a:r>
              <a:rPr lang="en-US" altLang="ko-KR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00074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9D0EB5-8D7D-8CC8-DDE8-208086B3E8A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24488" y="63500"/>
            <a:ext cx="13779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LGE Internal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9" Type="http://schemas.openxmlformats.org/officeDocument/2006/relationships/image" Target="../media/image40.png"/><Relationship Id="rId21" Type="http://schemas.openxmlformats.org/officeDocument/2006/relationships/image" Target="../media/image22.png"/><Relationship Id="rId34" Type="http://schemas.openxmlformats.org/officeDocument/2006/relationships/image" Target="../media/image35.png"/><Relationship Id="rId42" Type="http://schemas.openxmlformats.org/officeDocument/2006/relationships/image" Target="../media/image43.png"/><Relationship Id="rId47" Type="http://schemas.openxmlformats.org/officeDocument/2006/relationships/image" Target="../media/image48.png"/><Relationship Id="rId50" Type="http://schemas.openxmlformats.org/officeDocument/2006/relationships/image" Target="../media/image5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png"/><Relationship Id="rId29" Type="http://schemas.openxmlformats.org/officeDocument/2006/relationships/image" Target="../media/image30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32" Type="http://schemas.openxmlformats.org/officeDocument/2006/relationships/image" Target="../media/image33.png"/><Relationship Id="rId37" Type="http://schemas.openxmlformats.org/officeDocument/2006/relationships/image" Target="../media/image38.png"/><Relationship Id="rId40" Type="http://schemas.openxmlformats.org/officeDocument/2006/relationships/image" Target="../media/image41.png"/><Relationship Id="rId45" Type="http://schemas.openxmlformats.org/officeDocument/2006/relationships/image" Target="../media/image46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36" Type="http://schemas.openxmlformats.org/officeDocument/2006/relationships/image" Target="../media/image37.png"/><Relationship Id="rId49" Type="http://schemas.openxmlformats.org/officeDocument/2006/relationships/image" Target="../media/image50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31" Type="http://schemas.openxmlformats.org/officeDocument/2006/relationships/image" Target="../media/image32.png"/><Relationship Id="rId44" Type="http://schemas.openxmlformats.org/officeDocument/2006/relationships/image" Target="../media/image45.png"/><Relationship Id="rId52" Type="http://schemas.openxmlformats.org/officeDocument/2006/relationships/image" Target="../media/image53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Relationship Id="rId30" Type="http://schemas.openxmlformats.org/officeDocument/2006/relationships/image" Target="../media/image31.png"/><Relationship Id="rId35" Type="http://schemas.openxmlformats.org/officeDocument/2006/relationships/image" Target="../media/image36.png"/><Relationship Id="rId43" Type="http://schemas.openxmlformats.org/officeDocument/2006/relationships/image" Target="../media/image44.png"/><Relationship Id="rId48" Type="http://schemas.openxmlformats.org/officeDocument/2006/relationships/image" Target="../media/image49.png"/><Relationship Id="rId8" Type="http://schemas.openxmlformats.org/officeDocument/2006/relationships/image" Target="../media/image9.png"/><Relationship Id="rId51" Type="http://schemas.openxmlformats.org/officeDocument/2006/relationships/image" Target="../media/image52.png"/><Relationship Id="rId3" Type="http://schemas.openxmlformats.org/officeDocument/2006/relationships/image" Target="../media/image4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33" Type="http://schemas.openxmlformats.org/officeDocument/2006/relationships/image" Target="../media/image34.png"/><Relationship Id="rId38" Type="http://schemas.openxmlformats.org/officeDocument/2006/relationships/image" Target="../media/image39.png"/><Relationship Id="rId46" Type="http://schemas.openxmlformats.org/officeDocument/2006/relationships/image" Target="../media/image47.png"/><Relationship Id="rId20" Type="http://schemas.openxmlformats.org/officeDocument/2006/relationships/image" Target="../media/image21.png"/><Relationship Id="rId41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26" Type="http://schemas.openxmlformats.org/officeDocument/2006/relationships/image" Target="../media/image73.png"/><Relationship Id="rId3" Type="http://schemas.openxmlformats.org/officeDocument/2006/relationships/image" Target="../media/image4.png"/><Relationship Id="rId21" Type="http://schemas.openxmlformats.org/officeDocument/2006/relationships/image" Target="../media/image68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5" Type="http://schemas.openxmlformats.org/officeDocument/2006/relationships/image" Target="../media/image7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29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58.png"/><Relationship Id="rId24" Type="http://schemas.openxmlformats.org/officeDocument/2006/relationships/image" Target="../media/image71.png"/><Relationship Id="rId32" Type="http://schemas.openxmlformats.org/officeDocument/2006/relationships/image" Target="../media/image8.png"/><Relationship Id="rId5" Type="http://schemas.openxmlformats.org/officeDocument/2006/relationships/image" Target="../media/image6.png"/><Relationship Id="rId15" Type="http://schemas.openxmlformats.org/officeDocument/2006/relationships/image" Target="../media/image62.png"/><Relationship Id="rId23" Type="http://schemas.openxmlformats.org/officeDocument/2006/relationships/image" Target="../media/image70.png"/><Relationship Id="rId28" Type="http://schemas.openxmlformats.org/officeDocument/2006/relationships/image" Target="../media/image75.png"/><Relationship Id="rId10" Type="http://schemas.openxmlformats.org/officeDocument/2006/relationships/image" Target="../media/image57.png"/><Relationship Id="rId19" Type="http://schemas.openxmlformats.org/officeDocument/2006/relationships/image" Target="../media/image66.png"/><Relationship Id="rId31" Type="http://schemas.openxmlformats.org/officeDocument/2006/relationships/image" Target="../media/image53.png"/><Relationship Id="rId4" Type="http://schemas.openxmlformats.org/officeDocument/2006/relationships/image" Target="../media/image5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Relationship Id="rId22" Type="http://schemas.openxmlformats.org/officeDocument/2006/relationships/image" Target="../media/image69.png"/><Relationship Id="rId27" Type="http://schemas.openxmlformats.org/officeDocument/2006/relationships/image" Target="../media/image74.png"/><Relationship Id="rId30" Type="http://schemas.openxmlformats.org/officeDocument/2006/relationships/image" Target="../media/image5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3" Type="http://schemas.openxmlformats.org/officeDocument/2006/relationships/image" Target="../media/image4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17" Type="http://schemas.openxmlformats.org/officeDocument/2006/relationships/image" Target="../media/image8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81.png"/><Relationship Id="rId5" Type="http://schemas.openxmlformats.org/officeDocument/2006/relationships/image" Target="../media/image6.png"/><Relationship Id="rId15" Type="http://schemas.openxmlformats.org/officeDocument/2006/relationships/image" Target="../media/image85.png"/><Relationship Id="rId10" Type="http://schemas.openxmlformats.org/officeDocument/2006/relationships/image" Target="../media/image80.png"/><Relationship Id="rId4" Type="http://schemas.openxmlformats.org/officeDocument/2006/relationships/image" Target="../media/image5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18" Type="http://schemas.openxmlformats.org/officeDocument/2006/relationships/image" Target="../media/image99.png"/><Relationship Id="rId26" Type="http://schemas.openxmlformats.org/officeDocument/2006/relationships/image" Target="../media/image107.png"/><Relationship Id="rId3" Type="http://schemas.openxmlformats.org/officeDocument/2006/relationships/image" Target="../media/image4.png"/><Relationship Id="rId21" Type="http://schemas.openxmlformats.org/officeDocument/2006/relationships/image" Target="../media/image102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17" Type="http://schemas.openxmlformats.org/officeDocument/2006/relationships/image" Target="../media/image98.png"/><Relationship Id="rId25" Type="http://schemas.openxmlformats.org/officeDocument/2006/relationships/image" Target="../media/image10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97.png"/><Relationship Id="rId20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92.png"/><Relationship Id="rId24" Type="http://schemas.openxmlformats.org/officeDocument/2006/relationships/image" Target="../media/image105.png"/><Relationship Id="rId5" Type="http://schemas.openxmlformats.org/officeDocument/2006/relationships/image" Target="../media/image6.png"/><Relationship Id="rId15" Type="http://schemas.openxmlformats.org/officeDocument/2006/relationships/image" Target="../media/image96.png"/><Relationship Id="rId23" Type="http://schemas.openxmlformats.org/officeDocument/2006/relationships/image" Target="../media/image104.png"/><Relationship Id="rId10" Type="http://schemas.openxmlformats.org/officeDocument/2006/relationships/image" Target="../media/image91.png"/><Relationship Id="rId19" Type="http://schemas.openxmlformats.org/officeDocument/2006/relationships/image" Target="../media/image100.png"/><Relationship Id="rId4" Type="http://schemas.openxmlformats.org/officeDocument/2006/relationships/image" Target="../media/image5.png"/><Relationship Id="rId9" Type="http://schemas.openxmlformats.org/officeDocument/2006/relationships/image" Target="../media/image90.png"/><Relationship Id="rId14" Type="http://schemas.openxmlformats.org/officeDocument/2006/relationships/image" Target="../media/image95.png"/><Relationship Id="rId22" Type="http://schemas.openxmlformats.org/officeDocument/2006/relationships/image" Target="../media/image10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15.png"/><Relationship Id="rId18" Type="http://schemas.openxmlformats.org/officeDocument/2006/relationships/image" Target="../media/image120.png"/><Relationship Id="rId26" Type="http://schemas.openxmlformats.org/officeDocument/2006/relationships/image" Target="../media/image128.png"/><Relationship Id="rId3" Type="http://schemas.openxmlformats.org/officeDocument/2006/relationships/image" Target="../media/image108.png"/><Relationship Id="rId21" Type="http://schemas.openxmlformats.org/officeDocument/2006/relationships/image" Target="../media/image123.png"/><Relationship Id="rId7" Type="http://schemas.openxmlformats.org/officeDocument/2006/relationships/image" Target="../media/image109.png"/><Relationship Id="rId12" Type="http://schemas.openxmlformats.org/officeDocument/2006/relationships/image" Target="../media/image114.png"/><Relationship Id="rId17" Type="http://schemas.openxmlformats.org/officeDocument/2006/relationships/image" Target="../media/image119.png"/><Relationship Id="rId25" Type="http://schemas.openxmlformats.org/officeDocument/2006/relationships/image" Target="../media/image12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18.png"/><Relationship Id="rId20" Type="http://schemas.openxmlformats.org/officeDocument/2006/relationships/image" Target="../media/image122.png"/><Relationship Id="rId29" Type="http://schemas.openxmlformats.org/officeDocument/2006/relationships/image" Target="../media/image1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13.png"/><Relationship Id="rId24" Type="http://schemas.openxmlformats.org/officeDocument/2006/relationships/image" Target="../media/image126.png"/><Relationship Id="rId5" Type="http://schemas.openxmlformats.org/officeDocument/2006/relationships/image" Target="../media/image6.png"/><Relationship Id="rId15" Type="http://schemas.openxmlformats.org/officeDocument/2006/relationships/image" Target="../media/image117.png"/><Relationship Id="rId23" Type="http://schemas.openxmlformats.org/officeDocument/2006/relationships/image" Target="../media/image125.png"/><Relationship Id="rId28" Type="http://schemas.openxmlformats.org/officeDocument/2006/relationships/image" Target="../media/image130.png"/><Relationship Id="rId10" Type="http://schemas.openxmlformats.org/officeDocument/2006/relationships/image" Target="../media/image112.png"/><Relationship Id="rId19" Type="http://schemas.openxmlformats.org/officeDocument/2006/relationships/image" Target="../media/image121.png"/><Relationship Id="rId4" Type="http://schemas.openxmlformats.org/officeDocument/2006/relationships/image" Target="../media/image5.png"/><Relationship Id="rId9" Type="http://schemas.openxmlformats.org/officeDocument/2006/relationships/image" Target="../media/image111.png"/><Relationship Id="rId14" Type="http://schemas.openxmlformats.org/officeDocument/2006/relationships/image" Target="../media/image116.png"/><Relationship Id="rId22" Type="http://schemas.openxmlformats.org/officeDocument/2006/relationships/image" Target="../media/image124.png"/><Relationship Id="rId27" Type="http://schemas.openxmlformats.org/officeDocument/2006/relationships/image" Target="../media/image1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8.png"/><Relationship Id="rId18" Type="http://schemas.openxmlformats.org/officeDocument/2006/relationships/image" Target="../media/image143.png"/><Relationship Id="rId3" Type="http://schemas.openxmlformats.org/officeDocument/2006/relationships/image" Target="../media/image108.png"/><Relationship Id="rId21" Type="http://schemas.openxmlformats.org/officeDocument/2006/relationships/image" Target="../media/image146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17" Type="http://schemas.openxmlformats.org/officeDocument/2006/relationships/image" Target="../media/image142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41.png"/><Relationship Id="rId20" Type="http://schemas.openxmlformats.org/officeDocument/2006/relationships/image" Target="../media/image1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36.png"/><Relationship Id="rId5" Type="http://schemas.openxmlformats.org/officeDocument/2006/relationships/image" Target="../media/image6.png"/><Relationship Id="rId15" Type="http://schemas.openxmlformats.org/officeDocument/2006/relationships/image" Target="../media/image140.png"/><Relationship Id="rId10" Type="http://schemas.openxmlformats.org/officeDocument/2006/relationships/image" Target="../media/image135.png"/><Relationship Id="rId19" Type="http://schemas.openxmlformats.org/officeDocument/2006/relationships/image" Target="../media/image144.png"/><Relationship Id="rId4" Type="http://schemas.openxmlformats.org/officeDocument/2006/relationships/image" Target="../media/image5.png"/><Relationship Id="rId9" Type="http://schemas.openxmlformats.org/officeDocument/2006/relationships/image" Target="../media/image134.png"/><Relationship Id="rId14" Type="http://schemas.openxmlformats.org/officeDocument/2006/relationships/image" Target="../media/image13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13" Type="http://schemas.openxmlformats.org/officeDocument/2006/relationships/image" Target="../media/image153.png"/><Relationship Id="rId18" Type="http://schemas.openxmlformats.org/officeDocument/2006/relationships/image" Target="../media/image158.png"/><Relationship Id="rId26" Type="http://schemas.openxmlformats.org/officeDocument/2006/relationships/image" Target="../media/image166.png"/><Relationship Id="rId3" Type="http://schemas.openxmlformats.org/officeDocument/2006/relationships/image" Target="../media/image4.png"/><Relationship Id="rId21" Type="http://schemas.openxmlformats.org/officeDocument/2006/relationships/image" Target="../media/image161.png"/><Relationship Id="rId7" Type="http://schemas.openxmlformats.org/officeDocument/2006/relationships/image" Target="../media/image147.png"/><Relationship Id="rId12" Type="http://schemas.openxmlformats.org/officeDocument/2006/relationships/image" Target="../media/image152.png"/><Relationship Id="rId17" Type="http://schemas.openxmlformats.org/officeDocument/2006/relationships/image" Target="../media/image157.png"/><Relationship Id="rId25" Type="http://schemas.openxmlformats.org/officeDocument/2006/relationships/image" Target="../media/image16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56.png"/><Relationship Id="rId20" Type="http://schemas.openxmlformats.org/officeDocument/2006/relationships/image" Target="../media/image160.png"/><Relationship Id="rId29" Type="http://schemas.openxmlformats.org/officeDocument/2006/relationships/image" Target="../media/image1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51.png"/><Relationship Id="rId24" Type="http://schemas.openxmlformats.org/officeDocument/2006/relationships/image" Target="../media/image164.png"/><Relationship Id="rId5" Type="http://schemas.openxmlformats.org/officeDocument/2006/relationships/image" Target="../media/image6.png"/><Relationship Id="rId15" Type="http://schemas.openxmlformats.org/officeDocument/2006/relationships/image" Target="../media/image155.png"/><Relationship Id="rId23" Type="http://schemas.openxmlformats.org/officeDocument/2006/relationships/image" Target="../media/image163.png"/><Relationship Id="rId28" Type="http://schemas.openxmlformats.org/officeDocument/2006/relationships/image" Target="../media/image168.png"/><Relationship Id="rId10" Type="http://schemas.openxmlformats.org/officeDocument/2006/relationships/image" Target="../media/image150.png"/><Relationship Id="rId19" Type="http://schemas.openxmlformats.org/officeDocument/2006/relationships/image" Target="../media/image159.png"/><Relationship Id="rId4" Type="http://schemas.openxmlformats.org/officeDocument/2006/relationships/image" Target="../media/image5.png"/><Relationship Id="rId9" Type="http://schemas.openxmlformats.org/officeDocument/2006/relationships/image" Target="../media/image149.png"/><Relationship Id="rId14" Type="http://schemas.openxmlformats.org/officeDocument/2006/relationships/image" Target="../media/image154.png"/><Relationship Id="rId22" Type="http://schemas.openxmlformats.org/officeDocument/2006/relationships/image" Target="../media/image162.png"/><Relationship Id="rId27" Type="http://schemas.openxmlformats.org/officeDocument/2006/relationships/image" Target="../media/image167.png"/><Relationship Id="rId30" Type="http://schemas.openxmlformats.org/officeDocument/2006/relationships/image" Target="../media/image17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13" Type="http://schemas.openxmlformats.org/officeDocument/2006/relationships/image" Target="../media/image179.png"/><Relationship Id="rId18" Type="http://schemas.openxmlformats.org/officeDocument/2006/relationships/image" Target="../media/image184.png"/><Relationship Id="rId3" Type="http://schemas.openxmlformats.org/officeDocument/2006/relationships/image" Target="../media/image5.png"/><Relationship Id="rId21" Type="http://schemas.openxmlformats.org/officeDocument/2006/relationships/image" Target="../media/image187.png"/><Relationship Id="rId7" Type="http://schemas.openxmlformats.org/officeDocument/2006/relationships/image" Target="../media/image173.png"/><Relationship Id="rId12" Type="http://schemas.openxmlformats.org/officeDocument/2006/relationships/image" Target="../media/image178.png"/><Relationship Id="rId17" Type="http://schemas.openxmlformats.org/officeDocument/2006/relationships/image" Target="../media/image183.png"/><Relationship Id="rId2" Type="http://schemas.openxmlformats.org/officeDocument/2006/relationships/image" Target="../media/image171.png"/><Relationship Id="rId16" Type="http://schemas.openxmlformats.org/officeDocument/2006/relationships/image" Target="../media/image182.png"/><Relationship Id="rId20" Type="http://schemas.openxmlformats.org/officeDocument/2006/relationships/image" Target="../media/image1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2.png"/><Relationship Id="rId11" Type="http://schemas.openxmlformats.org/officeDocument/2006/relationships/image" Target="../media/image177.png"/><Relationship Id="rId24" Type="http://schemas.openxmlformats.org/officeDocument/2006/relationships/image" Target="../media/image190.png"/><Relationship Id="rId5" Type="http://schemas.openxmlformats.org/officeDocument/2006/relationships/image" Target="../media/image7.png"/><Relationship Id="rId15" Type="http://schemas.openxmlformats.org/officeDocument/2006/relationships/image" Target="../media/image181.png"/><Relationship Id="rId23" Type="http://schemas.openxmlformats.org/officeDocument/2006/relationships/image" Target="../media/image189.png"/><Relationship Id="rId10" Type="http://schemas.openxmlformats.org/officeDocument/2006/relationships/image" Target="../media/image176.png"/><Relationship Id="rId19" Type="http://schemas.openxmlformats.org/officeDocument/2006/relationships/image" Target="../media/image185.png"/><Relationship Id="rId4" Type="http://schemas.openxmlformats.org/officeDocument/2006/relationships/image" Target="../media/image6.png"/><Relationship Id="rId9" Type="http://schemas.openxmlformats.org/officeDocument/2006/relationships/image" Target="../media/image175.png"/><Relationship Id="rId14" Type="http://schemas.openxmlformats.org/officeDocument/2006/relationships/image" Target="../media/image180.png"/><Relationship Id="rId22" Type="http://schemas.openxmlformats.org/officeDocument/2006/relationships/image" Target="../media/image18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png"/><Relationship Id="rId13" Type="http://schemas.openxmlformats.org/officeDocument/2006/relationships/image" Target="../media/image196.png"/><Relationship Id="rId18" Type="http://schemas.openxmlformats.org/officeDocument/2006/relationships/image" Target="../media/image201.png"/><Relationship Id="rId3" Type="http://schemas.openxmlformats.org/officeDocument/2006/relationships/image" Target="../media/image108.png"/><Relationship Id="rId7" Type="http://schemas.openxmlformats.org/officeDocument/2006/relationships/image" Target="../media/image191.png"/><Relationship Id="rId12" Type="http://schemas.openxmlformats.org/officeDocument/2006/relationships/image" Target="../media/image195.png"/><Relationship Id="rId17" Type="http://schemas.openxmlformats.org/officeDocument/2006/relationships/image" Target="../media/image200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99.png"/><Relationship Id="rId20" Type="http://schemas.openxmlformats.org/officeDocument/2006/relationships/image" Target="../media/image2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94.png"/><Relationship Id="rId5" Type="http://schemas.openxmlformats.org/officeDocument/2006/relationships/image" Target="../media/image6.png"/><Relationship Id="rId15" Type="http://schemas.openxmlformats.org/officeDocument/2006/relationships/image" Target="../media/image198.png"/><Relationship Id="rId10" Type="http://schemas.openxmlformats.org/officeDocument/2006/relationships/image" Target="../media/image193.png"/><Relationship Id="rId19" Type="http://schemas.openxmlformats.org/officeDocument/2006/relationships/image" Target="../media/image202.png"/><Relationship Id="rId4" Type="http://schemas.openxmlformats.org/officeDocument/2006/relationships/image" Target="../media/image5.png"/><Relationship Id="rId9" Type="http://schemas.openxmlformats.org/officeDocument/2006/relationships/image" Target="../media/image189.png"/><Relationship Id="rId14" Type="http://schemas.openxmlformats.org/officeDocument/2006/relationships/image" Target="../media/image197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0.png"/><Relationship Id="rId18" Type="http://schemas.openxmlformats.org/officeDocument/2006/relationships/image" Target="../media/image215.png"/><Relationship Id="rId26" Type="http://schemas.openxmlformats.org/officeDocument/2006/relationships/image" Target="../media/image223.png"/><Relationship Id="rId3" Type="http://schemas.openxmlformats.org/officeDocument/2006/relationships/image" Target="../media/image108.png"/><Relationship Id="rId21" Type="http://schemas.openxmlformats.org/officeDocument/2006/relationships/image" Target="../media/image218.png"/><Relationship Id="rId34" Type="http://schemas.openxmlformats.org/officeDocument/2006/relationships/image" Target="../media/image231.png"/><Relationship Id="rId7" Type="http://schemas.openxmlformats.org/officeDocument/2006/relationships/image" Target="../media/image204.png"/><Relationship Id="rId12" Type="http://schemas.openxmlformats.org/officeDocument/2006/relationships/image" Target="../media/image209.png"/><Relationship Id="rId17" Type="http://schemas.openxmlformats.org/officeDocument/2006/relationships/image" Target="../media/image214.png"/><Relationship Id="rId25" Type="http://schemas.openxmlformats.org/officeDocument/2006/relationships/image" Target="../media/image222.png"/><Relationship Id="rId33" Type="http://schemas.openxmlformats.org/officeDocument/2006/relationships/image" Target="../media/image230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13.png"/><Relationship Id="rId20" Type="http://schemas.openxmlformats.org/officeDocument/2006/relationships/image" Target="../media/image217.png"/><Relationship Id="rId29" Type="http://schemas.openxmlformats.org/officeDocument/2006/relationships/image" Target="../media/image2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208.png"/><Relationship Id="rId24" Type="http://schemas.openxmlformats.org/officeDocument/2006/relationships/image" Target="../media/image221.png"/><Relationship Id="rId32" Type="http://schemas.openxmlformats.org/officeDocument/2006/relationships/image" Target="../media/image229.png"/><Relationship Id="rId5" Type="http://schemas.openxmlformats.org/officeDocument/2006/relationships/image" Target="../media/image6.png"/><Relationship Id="rId15" Type="http://schemas.openxmlformats.org/officeDocument/2006/relationships/image" Target="../media/image212.png"/><Relationship Id="rId23" Type="http://schemas.openxmlformats.org/officeDocument/2006/relationships/image" Target="../media/image220.png"/><Relationship Id="rId28" Type="http://schemas.openxmlformats.org/officeDocument/2006/relationships/image" Target="../media/image225.png"/><Relationship Id="rId10" Type="http://schemas.openxmlformats.org/officeDocument/2006/relationships/image" Target="../media/image207.png"/><Relationship Id="rId19" Type="http://schemas.openxmlformats.org/officeDocument/2006/relationships/image" Target="../media/image216.png"/><Relationship Id="rId31" Type="http://schemas.openxmlformats.org/officeDocument/2006/relationships/image" Target="../media/image228.png"/><Relationship Id="rId4" Type="http://schemas.openxmlformats.org/officeDocument/2006/relationships/image" Target="../media/image5.png"/><Relationship Id="rId9" Type="http://schemas.openxmlformats.org/officeDocument/2006/relationships/image" Target="../media/image206.png"/><Relationship Id="rId14" Type="http://schemas.openxmlformats.org/officeDocument/2006/relationships/image" Target="../media/image211.png"/><Relationship Id="rId22" Type="http://schemas.openxmlformats.org/officeDocument/2006/relationships/image" Target="../media/image219.png"/><Relationship Id="rId27" Type="http://schemas.openxmlformats.org/officeDocument/2006/relationships/image" Target="../media/image224.png"/><Relationship Id="rId30" Type="http://schemas.openxmlformats.org/officeDocument/2006/relationships/image" Target="../media/image227.png"/><Relationship Id="rId35" Type="http://schemas.openxmlformats.org/officeDocument/2006/relationships/image" Target="../media/image232.png"/><Relationship Id="rId8" Type="http://schemas.openxmlformats.org/officeDocument/2006/relationships/image" Target="../media/image20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png"/><Relationship Id="rId13" Type="http://schemas.openxmlformats.org/officeDocument/2006/relationships/image" Target="../media/image240.png"/><Relationship Id="rId3" Type="http://schemas.openxmlformats.org/officeDocument/2006/relationships/image" Target="../media/image5.png"/><Relationship Id="rId7" Type="http://schemas.openxmlformats.org/officeDocument/2006/relationships/image" Target="../media/image234.png"/><Relationship Id="rId12" Type="http://schemas.openxmlformats.org/officeDocument/2006/relationships/image" Target="../media/image23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3.png"/><Relationship Id="rId11" Type="http://schemas.openxmlformats.org/officeDocument/2006/relationships/image" Target="../media/image238.png"/><Relationship Id="rId5" Type="http://schemas.openxmlformats.org/officeDocument/2006/relationships/image" Target="../media/image7.png"/><Relationship Id="rId10" Type="http://schemas.openxmlformats.org/officeDocument/2006/relationships/image" Target="../media/image237.png"/><Relationship Id="rId4" Type="http://schemas.openxmlformats.org/officeDocument/2006/relationships/image" Target="../media/image6.png"/><Relationship Id="rId9" Type="http://schemas.openxmlformats.org/officeDocument/2006/relationships/image" Target="../media/image236.png"/><Relationship Id="rId14" Type="http://schemas.openxmlformats.org/officeDocument/2006/relationships/image" Target="../media/image2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png"/><Relationship Id="rId13" Type="http://schemas.openxmlformats.org/officeDocument/2006/relationships/image" Target="../media/image248.png"/><Relationship Id="rId3" Type="http://schemas.openxmlformats.org/officeDocument/2006/relationships/image" Target="../media/image5.png"/><Relationship Id="rId7" Type="http://schemas.openxmlformats.org/officeDocument/2006/relationships/image" Target="../media/image242.png"/><Relationship Id="rId12" Type="http://schemas.openxmlformats.org/officeDocument/2006/relationships/image" Target="../media/image247.png"/><Relationship Id="rId17" Type="http://schemas.openxmlformats.org/officeDocument/2006/relationships/image" Target="../media/image252.png"/><Relationship Id="rId2" Type="http://schemas.openxmlformats.org/officeDocument/2006/relationships/image" Target="../media/image4.png"/><Relationship Id="rId16" Type="http://schemas.openxmlformats.org/officeDocument/2006/relationships/image" Target="../media/image2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7.png"/><Relationship Id="rId11" Type="http://schemas.openxmlformats.org/officeDocument/2006/relationships/image" Target="../media/image246.png"/><Relationship Id="rId5" Type="http://schemas.openxmlformats.org/officeDocument/2006/relationships/image" Target="../media/image7.png"/><Relationship Id="rId15" Type="http://schemas.openxmlformats.org/officeDocument/2006/relationships/image" Target="../media/image250.png"/><Relationship Id="rId10" Type="http://schemas.openxmlformats.org/officeDocument/2006/relationships/image" Target="../media/image245.png"/><Relationship Id="rId4" Type="http://schemas.openxmlformats.org/officeDocument/2006/relationships/image" Target="../media/image6.png"/><Relationship Id="rId9" Type="http://schemas.openxmlformats.org/officeDocument/2006/relationships/image" Target="../media/image244.png"/><Relationship Id="rId14" Type="http://schemas.openxmlformats.org/officeDocument/2006/relationships/image" Target="../media/image249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0.png"/><Relationship Id="rId18" Type="http://schemas.openxmlformats.org/officeDocument/2006/relationships/image" Target="../media/image265.png"/><Relationship Id="rId26" Type="http://schemas.openxmlformats.org/officeDocument/2006/relationships/image" Target="../media/image199.png"/><Relationship Id="rId39" Type="http://schemas.openxmlformats.org/officeDocument/2006/relationships/image" Target="../media/image285.png"/><Relationship Id="rId21" Type="http://schemas.openxmlformats.org/officeDocument/2006/relationships/image" Target="../media/image268.png"/><Relationship Id="rId34" Type="http://schemas.openxmlformats.org/officeDocument/2006/relationships/image" Target="../media/image280.png"/><Relationship Id="rId7" Type="http://schemas.openxmlformats.org/officeDocument/2006/relationships/image" Target="../media/image254.png"/><Relationship Id="rId12" Type="http://schemas.openxmlformats.org/officeDocument/2006/relationships/image" Target="../media/image259.png"/><Relationship Id="rId17" Type="http://schemas.openxmlformats.org/officeDocument/2006/relationships/image" Target="../media/image264.png"/><Relationship Id="rId25" Type="http://schemas.openxmlformats.org/officeDocument/2006/relationships/image" Target="../media/image272.png"/><Relationship Id="rId33" Type="http://schemas.openxmlformats.org/officeDocument/2006/relationships/image" Target="../media/image279.png"/><Relationship Id="rId38" Type="http://schemas.openxmlformats.org/officeDocument/2006/relationships/image" Target="../media/image284.png"/><Relationship Id="rId2" Type="http://schemas.openxmlformats.org/officeDocument/2006/relationships/image" Target="../media/image4.png"/><Relationship Id="rId16" Type="http://schemas.openxmlformats.org/officeDocument/2006/relationships/image" Target="../media/image263.png"/><Relationship Id="rId20" Type="http://schemas.openxmlformats.org/officeDocument/2006/relationships/image" Target="../media/image267.png"/><Relationship Id="rId29" Type="http://schemas.openxmlformats.org/officeDocument/2006/relationships/image" Target="../media/image2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3.png"/><Relationship Id="rId11" Type="http://schemas.openxmlformats.org/officeDocument/2006/relationships/image" Target="../media/image258.png"/><Relationship Id="rId24" Type="http://schemas.openxmlformats.org/officeDocument/2006/relationships/image" Target="../media/image271.png"/><Relationship Id="rId32" Type="http://schemas.openxmlformats.org/officeDocument/2006/relationships/image" Target="../media/image278.png"/><Relationship Id="rId37" Type="http://schemas.openxmlformats.org/officeDocument/2006/relationships/image" Target="../media/image283.png"/><Relationship Id="rId40" Type="http://schemas.openxmlformats.org/officeDocument/2006/relationships/image" Target="../media/image286.png"/><Relationship Id="rId5" Type="http://schemas.openxmlformats.org/officeDocument/2006/relationships/image" Target="../media/image7.png"/><Relationship Id="rId15" Type="http://schemas.openxmlformats.org/officeDocument/2006/relationships/image" Target="../media/image262.png"/><Relationship Id="rId23" Type="http://schemas.openxmlformats.org/officeDocument/2006/relationships/image" Target="../media/image270.png"/><Relationship Id="rId28" Type="http://schemas.openxmlformats.org/officeDocument/2006/relationships/image" Target="../media/image274.png"/><Relationship Id="rId36" Type="http://schemas.openxmlformats.org/officeDocument/2006/relationships/image" Target="../media/image282.png"/><Relationship Id="rId10" Type="http://schemas.openxmlformats.org/officeDocument/2006/relationships/image" Target="../media/image257.png"/><Relationship Id="rId19" Type="http://schemas.openxmlformats.org/officeDocument/2006/relationships/image" Target="../media/image266.png"/><Relationship Id="rId31" Type="http://schemas.openxmlformats.org/officeDocument/2006/relationships/image" Target="../media/image277.png"/><Relationship Id="rId4" Type="http://schemas.openxmlformats.org/officeDocument/2006/relationships/image" Target="../media/image6.png"/><Relationship Id="rId9" Type="http://schemas.openxmlformats.org/officeDocument/2006/relationships/image" Target="../media/image256.png"/><Relationship Id="rId14" Type="http://schemas.openxmlformats.org/officeDocument/2006/relationships/image" Target="../media/image261.png"/><Relationship Id="rId22" Type="http://schemas.openxmlformats.org/officeDocument/2006/relationships/image" Target="../media/image269.png"/><Relationship Id="rId27" Type="http://schemas.openxmlformats.org/officeDocument/2006/relationships/image" Target="../media/image273.png"/><Relationship Id="rId30" Type="http://schemas.openxmlformats.org/officeDocument/2006/relationships/image" Target="../media/image276.png"/><Relationship Id="rId35" Type="http://schemas.openxmlformats.org/officeDocument/2006/relationships/image" Target="../media/image281.png"/><Relationship Id="rId8" Type="http://schemas.openxmlformats.org/officeDocument/2006/relationships/image" Target="../media/image255.png"/><Relationship Id="rId3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3.png"/><Relationship Id="rId18" Type="http://schemas.openxmlformats.org/officeDocument/2006/relationships/image" Target="../media/image298.png"/><Relationship Id="rId26" Type="http://schemas.openxmlformats.org/officeDocument/2006/relationships/image" Target="../media/image306.png"/><Relationship Id="rId39" Type="http://schemas.openxmlformats.org/officeDocument/2006/relationships/image" Target="../media/image319.png"/><Relationship Id="rId21" Type="http://schemas.openxmlformats.org/officeDocument/2006/relationships/image" Target="../media/image301.png"/><Relationship Id="rId34" Type="http://schemas.openxmlformats.org/officeDocument/2006/relationships/image" Target="../media/image314.png"/><Relationship Id="rId42" Type="http://schemas.openxmlformats.org/officeDocument/2006/relationships/image" Target="../media/image322.png"/><Relationship Id="rId47" Type="http://schemas.openxmlformats.org/officeDocument/2006/relationships/image" Target="../media/image327.png"/><Relationship Id="rId50" Type="http://schemas.openxmlformats.org/officeDocument/2006/relationships/image" Target="../media/image330.png"/><Relationship Id="rId55" Type="http://schemas.openxmlformats.org/officeDocument/2006/relationships/image" Target="../media/image335.png"/><Relationship Id="rId63" Type="http://schemas.openxmlformats.org/officeDocument/2006/relationships/image" Target="../media/image241.png"/><Relationship Id="rId7" Type="http://schemas.openxmlformats.org/officeDocument/2006/relationships/image" Target="../media/image287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96.png"/><Relationship Id="rId29" Type="http://schemas.openxmlformats.org/officeDocument/2006/relationships/image" Target="../media/image309.png"/><Relationship Id="rId11" Type="http://schemas.openxmlformats.org/officeDocument/2006/relationships/image" Target="../media/image291.png"/><Relationship Id="rId24" Type="http://schemas.openxmlformats.org/officeDocument/2006/relationships/image" Target="../media/image304.png"/><Relationship Id="rId32" Type="http://schemas.openxmlformats.org/officeDocument/2006/relationships/image" Target="../media/image312.png"/><Relationship Id="rId37" Type="http://schemas.openxmlformats.org/officeDocument/2006/relationships/image" Target="../media/image317.png"/><Relationship Id="rId40" Type="http://schemas.openxmlformats.org/officeDocument/2006/relationships/image" Target="../media/image320.png"/><Relationship Id="rId45" Type="http://schemas.openxmlformats.org/officeDocument/2006/relationships/image" Target="../media/image325.png"/><Relationship Id="rId53" Type="http://schemas.openxmlformats.org/officeDocument/2006/relationships/image" Target="../media/image333.png"/><Relationship Id="rId58" Type="http://schemas.openxmlformats.org/officeDocument/2006/relationships/image" Target="../media/image338.png"/><Relationship Id="rId5" Type="http://schemas.openxmlformats.org/officeDocument/2006/relationships/image" Target="../media/image6.png"/><Relationship Id="rId61" Type="http://schemas.openxmlformats.org/officeDocument/2006/relationships/image" Target="../media/image341.png"/><Relationship Id="rId19" Type="http://schemas.openxmlformats.org/officeDocument/2006/relationships/image" Target="../media/image299.png"/><Relationship Id="rId14" Type="http://schemas.openxmlformats.org/officeDocument/2006/relationships/image" Target="../media/image294.png"/><Relationship Id="rId22" Type="http://schemas.openxmlformats.org/officeDocument/2006/relationships/image" Target="../media/image302.png"/><Relationship Id="rId27" Type="http://schemas.openxmlformats.org/officeDocument/2006/relationships/image" Target="../media/image307.png"/><Relationship Id="rId30" Type="http://schemas.openxmlformats.org/officeDocument/2006/relationships/image" Target="../media/image310.png"/><Relationship Id="rId35" Type="http://schemas.openxmlformats.org/officeDocument/2006/relationships/image" Target="../media/image315.png"/><Relationship Id="rId43" Type="http://schemas.openxmlformats.org/officeDocument/2006/relationships/image" Target="../media/image323.png"/><Relationship Id="rId48" Type="http://schemas.openxmlformats.org/officeDocument/2006/relationships/image" Target="../media/image328.png"/><Relationship Id="rId56" Type="http://schemas.openxmlformats.org/officeDocument/2006/relationships/image" Target="../media/image336.png"/><Relationship Id="rId8" Type="http://schemas.openxmlformats.org/officeDocument/2006/relationships/image" Target="../media/image288.png"/><Relationship Id="rId51" Type="http://schemas.openxmlformats.org/officeDocument/2006/relationships/image" Target="../media/image331.png"/><Relationship Id="rId3" Type="http://schemas.openxmlformats.org/officeDocument/2006/relationships/image" Target="../media/image171.png"/><Relationship Id="rId12" Type="http://schemas.openxmlformats.org/officeDocument/2006/relationships/image" Target="../media/image292.png"/><Relationship Id="rId17" Type="http://schemas.openxmlformats.org/officeDocument/2006/relationships/image" Target="../media/image297.png"/><Relationship Id="rId25" Type="http://schemas.openxmlformats.org/officeDocument/2006/relationships/image" Target="../media/image305.png"/><Relationship Id="rId33" Type="http://schemas.openxmlformats.org/officeDocument/2006/relationships/image" Target="../media/image313.png"/><Relationship Id="rId38" Type="http://schemas.openxmlformats.org/officeDocument/2006/relationships/image" Target="../media/image318.png"/><Relationship Id="rId46" Type="http://schemas.openxmlformats.org/officeDocument/2006/relationships/image" Target="../media/image326.png"/><Relationship Id="rId59" Type="http://schemas.openxmlformats.org/officeDocument/2006/relationships/image" Target="../media/image339.png"/><Relationship Id="rId20" Type="http://schemas.openxmlformats.org/officeDocument/2006/relationships/image" Target="../media/image300.png"/><Relationship Id="rId41" Type="http://schemas.openxmlformats.org/officeDocument/2006/relationships/image" Target="../media/image321.png"/><Relationship Id="rId54" Type="http://schemas.openxmlformats.org/officeDocument/2006/relationships/image" Target="../media/image334.png"/><Relationship Id="rId62" Type="http://schemas.openxmlformats.org/officeDocument/2006/relationships/image" Target="../media/image2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5" Type="http://schemas.openxmlformats.org/officeDocument/2006/relationships/image" Target="../media/image295.png"/><Relationship Id="rId23" Type="http://schemas.openxmlformats.org/officeDocument/2006/relationships/image" Target="../media/image303.png"/><Relationship Id="rId28" Type="http://schemas.openxmlformats.org/officeDocument/2006/relationships/image" Target="../media/image308.png"/><Relationship Id="rId36" Type="http://schemas.openxmlformats.org/officeDocument/2006/relationships/image" Target="../media/image316.png"/><Relationship Id="rId49" Type="http://schemas.openxmlformats.org/officeDocument/2006/relationships/image" Target="../media/image329.png"/><Relationship Id="rId57" Type="http://schemas.openxmlformats.org/officeDocument/2006/relationships/image" Target="../media/image337.png"/><Relationship Id="rId10" Type="http://schemas.openxmlformats.org/officeDocument/2006/relationships/image" Target="../media/image290.png"/><Relationship Id="rId31" Type="http://schemas.openxmlformats.org/officeDocument/2006/relationships/image" Target="../media/image311.png"/><Relationship Id="rId44" Type="http://schemas.openxmlformats.org/officeDocument/2006/relationships/image" Target="../media/image324.png"/><Relationship Id="rId52" Type="http://schemas.openxmlformats.org/officeDocument/2006/relationships/image" Target="../media/image332.png"/><Relationship Id="rId60" Type="http://schemas.openxmlformats.org/officeDocument/2006/relationships/image" Target="../media/image340.png"/><Relationship Id="rId4" Type="http://schemas.openxmlformats.org/officeDocument/2006/relationships/image" Target="../media/image5.png"/><Relationship Id="rId9" Type="http://schemas.openxmlformats.org/officeDocument/2006/relationships/image" Target="../media/image28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3.png"/><Relationship Id="rId13" Type="http://schemas.openxmlformats.org/officeDocument/2006/relationships/image" Target="../media/image348.png"/><Relationship Id="rId18" Type="http://schemas.openxmlformats.org/officeDocument/2006/relationships/image" Target="../media/image353.png"/><Relationship Id="rId3" Type="http://schemas.openxmlformats.org/officeDocument/2006/relationships/image" Target="../media/image4.png"/><Relationship Id="rId21" Type="http://schemas.openxmlformats.org/officeDocument/2006/relationships/image" Target="../media/image356.png"/><Relationship Id="rId7" Type="http://schemas.openxmlformats.org/officeDocument/2006/relationships/image" Target="../media/image342.png"/><Relationship Id="rId12" Type="http://schemas.openxmlformats.org/officeDocument/2006/relationships/image" Target="../media/image347.png"/><Relationship Id="rId17" Type="http://schemas.openxmlformats.org/officeDocument/2006/relationships/image" Target="../media/image352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351.png"/><Relationship Id="rId20" Type="http://schemas.openxmlformats.org/officeDocument/2006/relationships/image" Target="../media/image3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346.png"/><Relationship Id="rId5" Type="http://schemas.openxmlformats.org/officeDocument/2006/relationships/image" Target="../media/image6.png"/><Relationship Id="rId15" Type="http://schemas.openxmlformats.org/officeDocument/2006/relationships/image" Target="../media/image350.png"/><Relationship Id="rId10" Type="http://schemas.openxmlformats.org/officeDocument/2006/relationships/image" Target="../media/image345.png"/><Relationship Id="rId19" Type="http://schemas.openxmlformats.org/officeDocument/2006/relationships/image" Target="../media/image354.png"/><Relationship Id="rId4" Type="http://schemas.openxmlformats.org/officeDocument/2006/relationships/image" Target="../media/image5.png"/><Relationship Id="rId9" Type="http://schemas.openxmlformats.org/officeDocument/2006/relationships/image" Target="../media/image344.png"/><Relationship Id="rId14" Type="http://schemas.openxmlformats.org/officeDocument/2006/relationships/image" Target="../media/image34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8.png"/><Relationship Id="rId13" Type="http://schemas.openxmlformats.org/officeDocument/2006/relationships/image" Target="../media/image363.png"/><Relationship Id="rId18" Type="http://schemas.openxmlformats.org/officeDocument/2006/relationships/image" Target="../media/image368.png"/><Relationship Id="rId3" Type="http://schemas.openxmlformats.org/officeDocument/2006/relationships/image" Target="../media/image4.png"/><Relationship Id="rId21" Type="http://schemas.openxmlformats.org/officeDocument/2006/relationships/image" Target="../media/image371.png"/><Relationship Id="rId7" Type="http://schemas.openxmlformats.org/officeDocument/2006/relationships/image" Target="../media/image357.png"/><Relationship Id="rId12" Type="http://schemas.openxmlformats.org/officeDocument/2006/relationships/image" Target="../media/image362.png"/><Relationship Id="rId17" Type="http://schemas.openxmlformats.org/officeDocument/2006/relationships/image" Target="../media/image367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366.png"/><Relationship Id="rId20" Type="http://schemas.openxmlformats.org/officeDocument/2006/relationships/image" Target="../media/image3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361.png"/><Relationship Id="rId24" Type="http://schemas.openxmlformats.org/officeDocument/2006/relationships/image" Target="../media/image374.png"/><Relationship Id="rId5" Type="http://schemas.openxmlformats.org/officeDocument/2006/relationships/image" Target="../media/image6.png"/><Relationship Id="rId15" Type="http://schemas.openxmlformats.org/officeDocument/2006/relationships/image" Target="../media/image365.png"/><Relationship Id="rId23" Type="http://schemas.openxmlformats.org/officeDocument/2006/relationships/image" Target="../media/image373.png"/><Relationship Id="rId10" Type="http://schemas.openxmlformats.org/officeDocument/2006/relationships/image" Target="../media/image360.png"/><Relationship Id="rId19" Type="http://schemas.openxmlformats.org/officeDocument/2006/relationships/image" Target="../media/image369.png"/><Relationship Id="rId4" Type="http://schemas.openxmlformats.org/officeDocument/2006/relationships/image" Target="../media/image5.png"/><Relationship Id="rId9" Type="http://schemas.openxmlformats.org/officeDocument/2006/relationships/image" Target="../media/image359.png"/><Relationship Id="rId14" Type="http://schemas.openxmlformats.org/officeDocument/2006/relationships/image" Target="../media/image364.png"/><Relationship Id="rId22" Type="http://schemas.openxmlformats.org/officeDocument/2006/relationships/image" Target="../media/image37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9.png"/><Relationship Id="rId13" Type="http://schemas.openxmlformats.org/officeDocument/2006/relationships/image" Target="../media/image384.png"/><Relationship Id="rId18" Type="http://schemas.openxmlformats.org/officeDocument/2006/relationships/image" Target="../media/image389.png"/><Relationship Id="rId26" Type="http://schemas.openxmlformats.org/officeDocument/2006/relationships/image" Target="../media/image397.png"/><Relationship Id="rId3" Type="http://schemas.openxmlformats.org/officeDocument/2006/relationships/image" Target="../media/image375.png"/><Relationship Id="rId21" Type="http://schemas.openxmlformats.org/officeDocument/2006/relationships/image" Target="../media/image392.png"/><Relationship Id="rId7" Type="http://schemas.openxmlformats.org/officeDocument/2006/relationships/image" Target="../media/image378.png"/><Relationship Id="rId12" Type="http://schemas.openxmlformats.org/officeDocument/2006/relationships/image" Target="../media/image383.png"/><Relationship Id="rId17" Type="http://schemas.openxmlformats.org/officeDocument/2006/relationships/image" Target="../media/image388.png"/><Relationship Id="rId25" Type="http://schemas.openxmlformats.org/officeDocument/2006/relationships/image" Target="../media/image396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387.png"/><Relationship Id="rId20" Type="http://schemas.openxmlformats.org/officeDocument/2006/relationships/image" Target="../media/image39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7.png"/><Relationship Id="rId11" Type="http://schemas.openxmlformats.org/officeDocument/2006/relationships/image" Target="../media/image382.png"/><Relationship Id="rId24" Type="http://schemas.openxmlformats.org/officeDocument/2006/relationships/image" Target="../media/image395.png"/><Relationship Id="rId5" Type="http://schemas.openxmlformats.org/officeDocument/2006/relationships/image" Target="../media/image376.png"/><Relationship Id="rId15" Type="http://schemas.openxmlformats.org/officeDocument/2006/relationships/image" Target="../media/image386.png"/><Relationship Id="rId23" Type="http://schemas.openxmlformats.org/officeDocument/2006/relationships/image" Target="../media/image394.png"/><Relationship Id="rId10" Type="http://schemas.openxmlformats.org/officeDocument/2006/relationships/image" Target="../media/image381.png"/><Relationship Id="rId19" Type="http://schemas.openxmlformats.org/officeDocument/2006/relationships/image" Target="../media/image390.png"/><Relationship Id="rId4" Type="http://schemas.openxmlformats.org/officeDocument/2006/relationships/image" Target="../media/image5.png"/><Relationship Id="rId9" Type="http://schemas.openxmlformats.org/officeDocument/2006/relationships/image" Target="../media/image380.png"/><Relationship Id="rId14" Type="http://schemas.openxmlformats.org/officeDocument/2006/relationships/image" Target="../media/image385.png"/><Relationship Id="rId22" Type="http://schemas.openxmlformats.org/officeDocument/2006/relationships/image" Target="../media/image393.png"/><Relationship Id="rId27" Type="http://schemas.openxmlformats.org/officeDocument/2006/relationships/image" Target="../media/image39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png"/><Relationship Id="rId13" Type="http://schemas.openxmlformats.org/officeDocument/2006/relationships/image" Target="../media/image405.png"/><Relationship Id="rId18" Type="http://schemas.openxmlformats.org/officeDocument/2006/relationships/image" Target="../media/image410.png"/><Relationship Id="rId26" Type="http://schemas.openxmlformats.org/officeDocument/2006/relationships/image" Target="../media/image418.png"/><Relationship Id="rId3" Type="http://schemas.openxmlformats.org/officeDocument/2006/relationships/image" Target="../media/image4.png"/><Relationship Id="rId21" Type="http://schemas.openxmlformats.org/officeDocument/2006/relationships/image" Target="../media/image413.png"/><Relationship Id="rId7" Type="http://schemas.openxmlformats.org/officeDocument/2006/relationships/image" Target="../media/image399.png"/><Relationship Id="rId12" Type="http://schemas.openxmlformats.org/officeDocument/2006/relationships/image" Target="../media/image404.png"/><Relationship Id="rId17" Type="http://schemas.openxmlformats.org/officeDocument/2006/relationships/image" Target="../media/image409.png"/><Relationship Id="rId25" Type="http://schemas.openxmlformats.org/officeDocument/2006/relationships/image" Target="../media/image417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408.png"/><Relationship Id="rId20" Type="http://schemas.openxmlformats.org/officeDocument/2006/relationships/image" Target="../media/image412.png"/><Relationship Id="rId29" Type="http://schemas.openxmlformats.org/officeDocument/2006/relationships/image" Target="../media/image3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403.png"/><Relationship Id="rId24" Type="http://schemas.openxmlformats.org/officeDocument/2006/relationships/image" Target="../media/image416.png"/><Relationship Id="rId5" Type="http://schemas.openxmlformats.org/officeDocument/2006/relationships/image" Target="../media/image6.png"/><Relationship Id="rId15" Type="http://schemas.openxmlformats.org/officeDocument/2006/relationships/image" Target="../media/image407.png"/><Relationship Id="rId23" Type="http://schemas.openxmlformats.org/officeDocument/2006/relationships/image" Target="../media/image415.png"/><Relationship Id="rId28" Type="http://schemas.openxmlformats.org/officeDocument/2006/relationships/image" Target="../media/image420.png"/><Relationship Id="rId10" Type="http://schemas.openxmlformats.org/officeDocument/2006/relationships/image" Target="../media/image402.png"/><Relationship Id="rId19" Type="http://schemas.openxmlformats.org/officeDocument/2006/relationships/image" Target="../media/image411.png"/><Relationship Id="rId4" Type="http://schemas.openxmlformats.org/officeDocument/2006/relationships/image" Target="../media/image5.png"/><Relationship Id="rId9" Type="http://schemas.openxmlformats.org/officeDocument/2006/relationships/image" Target="../media/image401.png"/><Relationship Id="rId14" Type="http://schemas.openxmlformats.org/officeDocument/2006/relationships/image" Target="../media/image406.png"/><Relationship Id="rId22" Type="http://schemas.openxmlformats.org/officeDocument/2006/relationships/image" Target="../media/image414.png"/><Relationship Id="rId27" Type="http://schemas.openxmlformats.org/officeDocument/2006/relationships/image" Target="../media/image419.png"/><Relationship Id="rId30" Type="http://schemas.openxmlformats.org/officeDocument/2006/relationships/image" Target="../media/image34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2.png"/><Relationship Id="rId13" Type="http://schemas.openxmlformats.org/officeDocument/2006/relationships/image" Target="../media/image427.png"/><Relationship Id="rId18" Type="http://schemas.openxmlformats.org/officeDocument/2006/relationships/image" Target="../media/image432.png"/><Relationship Id="rId26" Type="http://schemas.openxmlformats.org/officeDocument/2006/relationships/image" Target="../media/image440.png"/><Relationship Id="rId3" Type="http://schemas.openxmlformats.org/officeDocument/2006/relationships/image" Target="../media/image4.png"/><Relationship Id="rId21" Type="http://schemas.openxmlformats.org/officeDocument/2006/relationships/image" Target="../media/image435.png"/><Relationship Id="rId7" Type="http://schemas.openxmlformats.org/officeDocument/2006/relationships/image" Target="../media/image421.png"/><Relationship Id="rId12" Type="http://schemas.openxmlformats.org/officeDocument/2006/relationships/image" Target="../media/image426.png"/><Relationship Id="rId17" Type="http://schemas.openxmlformats.org/officeDocument/2006/relationships/image" Target="../media/image431.png"/><Relationship Id="rId25" Type="http://schemas.openxmlformats.org/officeDocument/2006/relationships/image" Target="../media/image439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430.png"/><Relationship Id="rId20" Type="http://schemas.openxmlformats.org/officeDocument/2006/relationships/image" Target="../media/image4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425.png"/><Relationship Id="rId24" Type="http://schemas.openxmlformats.org/officeDocument/2006/relationships/image" Target="../media/image438.png"/><Relationship Id="rId5" Type="http://schemas.openxmlformats.org/officeDocument/2006/relationships/image" Target="../media/image6.png"/><Relationship Id="rId15" Type="http://schemas.openxmlformats.org/officeDocument/2006/relationships/image" Target="../media/image429.png"/><Relationship Id="rId23" Type="http://schemas.openxmlformats.org/officeDocument/2006/relationships/image" Target="../media/image437.png"/><Relationship Id="rId10" Type="http://schemas.openxmlformats.org/officeDocument/2006/relationships/image" Target="../media/image424.png"/><Relationship Id="rId19" Type="http://schemas.openxmlformats.org/officeDocument/2006/relationships/image" Target="../media/image433.png"/><Relationship Id="rId4" Type="http://schemas.openxmlformats.org/officeDocument/2006/relationships/image" Target="../media/image5.png"/><Relationship Id="rId9" Type="http://schemas.openxmlformats.org/officeDocument/2006/relationships/image" Target="../media/image423.png"/><Relationship Id="rId14" Type="http://schemas.openxmlformats.org/officeDocument/2006/relationships/image" Target="../media/image428.png"/><Relationship Id="rId22" Type="http://schemas.openxmlformats.org/officeDocument/2006/relationships/image" Target="../media/image436.png"/><Relationship Id="rId27" Type="http://schemas.openxmlformats.org/officeDocument/2006/relationships/image" Target="../media/image44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3.png"/><Relationship Id="rId13" Type="http://schemas.openxmlformats.org/officeDocument/2006/relationships/image" Target="../media/image448.png"/><Relationship Id="rId18" Type="http://schemas.openxmlformats.org/officeDocument/2006/relationships/image" Target="../media/image453.png"/><Relationship Id="rId3" Type="http://schemas.openxmlformats.org/officeDocument/2006/relationships/image" Target="../media/image4.png"/><Relationship Id="rId7" Type="http://schemas.openxmlformats.org/officeDocument/2006/relationships/image" Target="../media/image442.png"/><Relationship Id="rId12" Type="http://schemas.openxmlformats.org/officeDocument/2006/relationships/image" Target="../media/image447.png"/><Relationship Id="rId17" Type="http://schemas.openxmlformats.org/officeDocument/2006/relationships/image" Target="../media/image452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4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446.png"/><Relationship Id="rId5" Type="http://schemas.openxmlformats.org/officeDocument/2006/relationships/image" Target="../media/image6.png"/><Relationship Id="rId15" Type="http://schemas.openxmlformats.org/officeDocument/2006/relationships/image" Target="../media/image450.png"/><Relationship Id="rId10" Type="http://schemas.openxmlformats.org/officeDocument/2006/relationships/image" Target="../media/image445.png"/><Relationship Id="rId19" Type="http://schemas.openxmlformats.org/officeDocument/2006/relationships/image" Target="../media/image454.png"/><Relationship Id="rId4" Type="http://schemas.openxmlformats.org/officeDocument/2006/relationships/image" Target="../media/image5.png"/><Relationship Id="rId9" Type="http://schemas.openxmlformats.org/officeDocument/2006/relationships/image" Target="../media/image444.png"/><Relationship Id="rId14" Type="http://schemas.openxmlformats.org/officeDocument/2006/relationships/image" Target="../media/image44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6.png"/><Relationship Id="rId13" Type="http://schemas.openxmlformats.org/officeDocument/2006/relationships/image" Target="../media/image461.png"/><Relationship Id="rId18" Type="http://schemas.openxmlformats.org/officeDocument/2006/relationships/image" Target="../media/image466.png"/><Relationship Id="rId3" Type="http://schemas.openxmlformats.org/officeDocument/2006/relationships/image" Target="../media/image4.png"/><Relationship Id="rId7" Type="http://schemas.openxmlformats.org/officeDocument/2006/relationships/image" Target="../media/image455.png"/><Relationship Id="rId12" Type="http://schemas.openxmlformats.org/officeDocument/2006/relationships/image" Target="../media/image460.png"/><Relationship Id="rId17" Type="http://schemas.openxmlformats.org/officeDocument/2006/relationships/image" Target="../media/image465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4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459.png"/><Relationship Id="rId5" Type="http://schemas.openxmlformats.org/officeDocument/2006/relationships/image" Target="../media/image6.png"/><Relationship Id="rId15" Type="http://schemas.openxmlformats.org/officeDocument/2006/relationships/image" Target="../media/image463.png"/><Relationship Id="rId10" Type="http://schemas.openxmlformats.org/officeDocument/2006/relationships/image" Target="../media/image458.png"/><Relationship Id="rId4" Type="http://schemas.openxmlformats.org/officeDocument/2006/relationships/image" Target="../media/image5.png"/><Relationship Id="rId9" Type="http://schemas.openxmlformats.org/officeDocument/2006/relationships/image" Target="../media/image457.png"/><Relationship Id="rId14" Type="http://schemas.openxmlformats.org/officeDocument/2006/relationships/image" Target="../media/image46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8.png"/><Relationship Id="rId13" Type="http://schemas.openxmlformats.org/officeDocument/2006/relationships/image" Target="../media/image473.png"/><Relationship Id="rId18" Type="http://schemas.openxmlformats.org/officeDocument/2006/relationships/image" Target="../media/image478.png"/><Relationship Id="rId26" Type="http://schemas.openxmlformats.org/officeDocument/2006/relationships/image" Target="../media/image486.png"/><Relationship Id="rId3" Type="http://schemas.openxmlformats.org/officeDocument/2006/relationships/image" Target="../media/image4.png"/><Relationship Id="rId21" Type="http://schemas.openxmlformats.org/officeDocument/2006/relationships/image" Target="../media/image481.png"/><Relationship Id="rId7" Type="http://schemas.openxmlformats.org/officeDocument/2006/relationships/image" Target="../media/image467.png"/><Relationship Id="rId12" Type="http://schemas.openxmlformats.org/officeDocument/2006/relationships/image" Target="../media/image472.png"/><Relationship Id="rId17" Type="http://schemas.openxmlformats.org/officeDocument/2006/relationships/image" Target="../media/image477.png"/><Relationship Id="rId25" Type="http://schemas.openxmlformats.org/officeDocument/2006/relationships/image" Target="../media/image485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476.png"/><Relationship Id="rId20" Type="http://schemas.openxmlformats.org/officeDocument/2006/relationships/image" Target="../media/image480.png"/><Relationship Id="rId29" Type="http://schemas.openxmlformats.org/officeDocument/2006/relationships/image" Target="../media/image4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471.png"/><Relationship Id="rId24" Type="http://schemas.openxmlformats.org/officeDocument/2006/relationships/image" Target="../media/image484.png"/><Relationship Id="rId5" Type="http://schemas.openxmlformats.org/officeDocument/2006/relationships/image" Target="../media/image6.png"/><Relationship Id="rId15" Type="http://schemas.openxmlformats.org/officeDocument/2006/relationships/image" Target="../media/image475.png"/><Relationship Id="rId23" Type="http://schemas.openxmlformats.org/officeDocument/2006/relationships/image" Target="../media/image483.png"/><Relationship Id="rId28" Type="http://schemas.openxmlformats.org/officeDocument/2006/relationships/image" Target="../media/image488.png"/><Relationship Id="rId10" Type="http://schemas.openxmlformats.org/officeDocument/2006/relationships/image" Target="../media/image470.png"/><Relationship Id="rId19" Type="http://schemas.openxmlformats.org/officeDocument/2006/relationships/image" Target="../media/image479.png"/><Relationship Id="rId4" Type="http://schemas.openxmlformats.org/officeDocument/2006/relationships/image" Target="../media/image5.png"/><Relationship Id="rId9" Type="http://schemas.openxmlformats.org/officeDocument/2006/relationships/image" Target="../media/image469.png"/><Relationship Id="rId14" Type="http://schemas.openxmlformats.org/officeDocument/2006/relationships/image" Target="../media/image474.png"/><Relationship Id="rId22" Type="http://schemas.openxmlformats.org/officeDocument/2006/relationships/image" Target="../media/image482.png"/><Relationship Id="rId27" Type="http://schemas.openxmlformats.org/officeDocument/2006/relationships/image" Target="../media/image487.png"/><Relationship Id="rId30" Type="http://schemas.openxmlformats.org/officeDocument/2006/relationships/image" Target="../media/image49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2.png"/><Relationship Id="rId13" Type="http://schemas.openxmlformats.org/officeDocument/2006/relationships/image" Target="../media/image497.png"/><Relationship Id="rId18" Type="http://schemas.openxmlformats.org/officeDocument/2006/relationships/image" Target="../media/image502.png"/><Relationship Id="rId26" Type="http://schemas.openxmlformats.org/officeDocument/2006/relationships/image" Target="../media/image510.png"/><Relationship Id="rId3" Type="http://schemas.openxmlformats.org/officeDocument/2006/relationships/image" Target="../media/image4.png"/><Relationship Id="rId21" Type="http://schemas.openxmlformats.org/officeDocument/2006/relationships/image" Target="../media/image505.png"/><Relationship Id="rId7" Type="http://schemas.openxmlformats.org/officeDocument/2006/relationships/image" Target="../media/image491.png"/><Relationship Id="rId12" Type="http://schemas.openxmlformats.org/officeDocument/2006/relationships/image" Target="../media/image496.png"/><Relationship Id="rId17" Type="http://schemas.openxmlformats.org/officeDocument/2006/relationships/image" Target="../media/image501.png"/><Relationship Id="rId25" Type="http://schemas.openxmlformats.org/officeDocument/2006/relationships/image" Target="../media/image509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500.png"/><Relationship Id="rId20" Type="http://schemas.openxmlformats.org/officeDocument/2006/relationships/image" Target="../media/image5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495.png"/><Relationship Id="rId24" Type="http://schemas.openxmlformats.org/officeDocument/2006/relationships/image" Target="../media/image508.png"/><Relationship Id="rId5" Type="http://schemas.openxmlformats.org/officeDocument/2006/relationships/image" Target="../media/image6.png"/><Relationship Id="rId15" Type="http://schemas.openxmlformats.org/officeDocument/2006/relationships/image" Target="../media/image499.png"/><Relationship Id="rId23" Type="http://schemas.openxmlformats.org/officeDocument/2006/relationships/image" Target="../media/image507.png"/><Relationship Id="rId10" Type="http://schemas.openxmlformats.org/officeDocument/2006/relationships/image" Target="../media/image494.png"/><Relationship Id="rId19" Type="http://schemas.openxmlformats.org/officeDocument/2006/relationships/image" Target="../media/image503.png"/><Relationship Id="rId4" Type="http://schemas.openxmlformats.org/officeDocument/2006/relationships/image" Target="../media/image5.png"/><Relationship Id="rId9" Type="http://schemas.openxmlformats.org/officeDocument/2006/relationships/image" Target="../media/image493.png"/><Relationship Id="rId14" Type="http://schemas.openxmlformats.org/officeDocument/2006/relationships/image" Target="../media/image498.png"/><Relationship Id="rId22" Type="http://schemas.openxmlformats.org/officeDocument/2006/relationships/image" Target="../media/image506.png"/><Relationship Id="rId27" Type="http://schemas.openxmlformats.org/officeDocument/2006/relationships/image" Target="../media/image511.png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18.png"/><Relationship Id="rId18" Type="http://schemas.openxmlformats.org/officeDocument/2006/relationships/image" Target="../media/image523.png"/><Relationship Id="rId26" Type="http://schemas.openxmlformats.org/officeDocument/2006/relationships/image" Target="../media/image531.png"/><Relationship Id="rId3" Type="http://schemas.openxmlformats.org/officeDocument/2006/relationships/image" Target="../media/image4.png"/><Relationship Id="rId21" Type="http://schemas.openxmlformats.org/officeDocument/2006/relationships/image" Target="../media/image526.png"/><Relationship Id="rId7" Type="http://schemas.openxmlformats.org/officeDocument/2006/relationships/image" Target="../media/image512.png"/><Relationship Id="rId12" Type="http://schemas.openxmlformats.org/officeDocument/2006/relationships/image" Target="../media/image517.png"/><Relationship Id="rId17" Type="http://schemas.openxmlformats.org/officeDocument/2006/relationships/image" Target="../media/image522.png"/><Relationship Id="rId25" Type="http://schemas.openxmlformats.org/officeDocument/2006/relationships/image" Target="../media/image530.png"/><Relationship Id="rId33" Type="http://schemas.openxmlformats.org/officeDocument/2006/relationships/image" Target="../media/image538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521.png"/><Relationship Id="rId20" Type="http://schemas.openxmlformats.org/officeDocument/2006/relationships/image" Target="../media/image525.png"/><Relationship Id="rId29" Type="http://schemas.openxmlformats.org/officeDocument/2006/relationships/image" Target="../media/image5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516.png"/><Relationship Id="rId24" Type="http://schemas.openxmlformats.org/officeDocument/2006/relationships/image" Target="../media/image529.png"/><Relationship Id="rId32" Type="http://schemas.openxmlformats.org/officeDocument/2006/relationships/image" Target="../media/image537.png"/><Relationship Id="rId5" Type="http://schemas.openxmlformats.org/officeDocument/2006/relationships/image" Target="../media/image6.png"/><Relationship Id="rId15" Type="http://schemas.openxmlformats.org/officeDocument/2006/relationships/image" Target="../media/image520.png"/><Relationship Id="rId23" Type="http://schemas.openxmlformats.org/officeDocument/2006/relationships/image" Target="../media/image528.png"/><Relationship Id="rId28" Type="http://schemas.openxmlformats.org/officeDocument/2006/relationships/image" Target="../media/image533.png"/><Relationship Id="rId10" Type="http://schemas.openxmlformats.org/officeDocument/2006/relationships/image" Target="../media/image515.png"/><Relationship Id="rId19" Type="http://schemas.openxmlformats.org/officeDocument/2006/relationships/image" Target="../media/image524.png"/><Relationship Id="rId31" Type="http://schemas.openxmlformats.org/officeDocument/2006/relationships/image" Target="../media/image536.png"/><Relationship Id="rId4" Type="http://schemas.openxmlformats.org/officeDocument/2006/relationships/image" Target="../media/image5.png"/><Relationship Id="rId9" Type="http://schemas.openxmlformats.org/officeDocument/2006/relationships/image" Target="../media/image514.png"/><Relationship Id="rId14" Type="http://schemas.openxmlformats.org/officeDocument/2006/relationships/image" Target="../media/image519.png"/><Relationship Id="rId22" Type="http://schemas.openxmlformats.org/officeDocument/2006/relationships/image" Target="../media/image527.png"/><Relationship Id="rId27" Type="http://schemas.openxmlformats.org/officeDocument/2006/relationships/image" Target="../media/image532.png"/><Relationship Id="rId30" Type="http://schemas.openxmlformats.org/officeDocument/2006/relationships/image" Target="../media/image535.png"/><Relationship Id="rId8" Type="http://schemas.openxmlformats.org/officeDocument/2006/relationships/image" Target="../media/image51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0.png"/><Relationship Id="rId13" Type="http://schemas.openxmlformats.org/officeDocument/2006/relationships/image" Target="../media/image545.png"/><Relationship Id="rId18" Type="http://schemas.openxmlformats.org/officeDocument/2006/relationships/image" Target="../media/image550.png"/><Relationship Id="rId3" Type="http://schemas.openxmlformats.org/officeDocument/2006/relationships/image" Target="../media/image4.png"/><Relationship Id="rId21" Type="http://schemas.openxmlformats.org/officeDocument/2006/relationships/image" Target="../media/image553.png"/><Relationship Id="rId7" Type="http://schemas.openxmlformats.org/officeDocument/2006/relationships/image" Target="../media/image539.png"/><Relationship Id="rId12" Type="http://schemas.openxmlformats.org/officeDocument/2006/relationships/image" Target="../media/image544.png"/><Relationship Id="rId17" Type="http://schemas.openxmlformats.org/officeDocument/2006/relationships/image" Target="../media/image549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548.png"/><Relationship Id="rId20" Type="http://schemas.openxmlformats.org/officeDocument/2006/relationships/image" Target="../media/image5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543.png"/><Relationship Id="rId5" Type="http://schemas.openxmlformats.org/officeDocument/2006/relationships/image" Target="../media/image6.png"/><Relationship Id="rId15" Type="http://schemas.openxmlformats.org/officeDocument/2006/relationships/image" Target="../media/image547.png"/><Relationship Id="rId23" Type="http://schemas.openxmlformats.org/officeDocument/2006/relationships/image" Target="../media/image555.png"/><Relationship Id="rId10" Type="http://schemas.openxmlformats.org/officeDocument/2006/relationships/image" Target="../media/image542.png"/><Relationship Id="rId19" Type="http://schemas.openxmlformats.org/officeDocument/2006/relationships/image" Target="../media/image551.png"/><Relationship Id="rId4" Type="http://schemas.openxmlformats.org/officeDocument/2006/relationships/image" Target="../media/image5.png"/><Relationship Id="rId9" Type="http://schemas.openxmlformats.org/officeDocument/2006/relationships/image" Target="../media/image541.png"/><Relationship Id="rId14" Type="http://schemas.openxmlformats.org/officeDocument/2006/relationships/image" Target="../media/image546.png"/><Relationship Id="rId22" Type="http://schemas.openxmlformats.org/officeDocument/2006/relationships/image" Target="../media/image55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7.png"/><Relationship Id="rId13" Type="http://schemas.openxmlformats.org/officeDocument/2006/relationships/image" Target="../media/image562.png"/><Relationship Id="rId18" Type="http://schemas.openxmlformats.org/officeDocument/2006/relationships/image" Target="../media/image566.png"/><Relationship Id="rId3" Type="http://schemas.openxmlformats.org/officeDocument/2006/relationships/image" Target="../media/image108.png"/><Relationship Id="rId21" Type="http://schemas.openxmlformats.org/officeDocument/2006/relationships/image" Target="../media/image569.png"/><Relationship Id="rId7" Type="http://schemas.openxmlformats.org/officeDocument/2006/relationships/image" Target="../media/image556.png"/><Relationship Id="rId12" Type="http://schemas.openxmlformats.org/officeDocument/2006/relationships/image" Target="../media/image561.png"/><Relationship Id="rId17" Type="http://schemas.openxmlformats.org/officeDocument/2006/relationships/image" Target="../media/image565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564.png"/><Relationship Id="rId20" Type="http://schemas.openxmlformats.org/officeDocument/2006/relationships/image" Target="../media/image5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560.png"/><Relationship Id="rId5" Type="http://schemas.openxmlformats.org/officeDocument/2006/relationships/image" Target="../media/image6.png"/><Relationship Id="rId15" Type="http://schemas.openxmlformats.org/officeDocument/2006/relationships/image" Target="../media/image563.png"/><Relationship Id="rId23" Type="http://schemas.openxmlformats.org/officeDocument/2006/relationships/image" Target="../media/image571.png"/><Relationship Id="rId10" Type="http://schemas.openxmlformats.org/officeDocument/2006/relationships/image" Target="../media/image559.png"/><Relationship Id="rId19" Type="http://schemas.openxmlformats.org/officeDocument/2006/relationships/image" Target="../media/image567.png"/><Relationship Id="rId4" Type="http://schemas.openxmlformats.org/officeDocument/2006/relationships/image" Target="../media/image5.png"/><Relationship Id="rId9" Type="http://schemas.openxmlformats.org/officeDocument/2006/relationships/image" Target="../media/image558.png"/><Relationship Id="rId14" Type="http://schemas.openxmlformats.org/officeDocument/2006/relationships/image" Target="../media/image186.png"/><Relationship Id="rId22" Type="http://schemas.openxmlformats.org/officeDocument/2006/relationships/image" Target="../media/image57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3.png"/><Relationship Id="rId3" Type="http://schemas.openxmlformats.org/officeDocument/2006/relationships/image" Target="../media/image4.png"/><Relationship Id="rId7" Type="http://schemas.openxmlformats.org/officeDocument/2006/relationships/image" Target="../media/image3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345.png"/><Relationship Id="rId4" Type="http://schemas.openxmlformats.org/officeDocument/2006/relationships/image" Target="../media/image5.png"/><Relationship Id="rId9" Type="http://schemas.openxmlformats.org/officeDocument/2006/relationships/image" Target="../media/image34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762000"/>
            <a:ext cx="571500" cy="57150"/>
          </a:xfrm>
          <a:prstGeom prst="rect">
            <a:avLst/>
          </a:prstGeom>
        </p:spPr>
      </p:pic>
      <p:pic>
        <p:nvPicPr>
          <p:cNvPr id="4" name="SK-1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5867251"/>
            <a:ext cx="10287000" cy="857250"/>
          </a:xfrm>
          <a:prstGeom prst="rect">
            <a:avLst/>
          </a:prstGeom>
        </p:spPr>
      </p:pic>
      <p:sp>
        <p:nvSpPr>
          <p:cNvPr id="5" name="SK-1-text-4"/>
          <p:cNvSpPr/>
          <p:nvPr/>
        </p:nvSpPr>
        <p:spPr>
          <a:xfrm>
            <a:off x="952500" y="1219200"/>
            <a:ext cx="605218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kern="0" spc="162" dirty="0">
                <a:solidFill>
                  <a:srgbClr val="005AEE"/>
                </a:solidFill>
              </a:rPr>
              <a:t>ENGINEERING DIAGNOSTIC REPORT</a:t>
            </a:r>
            <a:endParaRPr lang="en-US" sz="1350" dirty="0"/>
          </a:p>
        </p:txBody>
      </p:sp>
      <p:sp>
        <p:nvSpPr>
          <p:cNvPr id="6" name="SK-1-text-5"/>
          <p:cNvSpPr/>
          <p:nvPr/>
        </p:nvSpPr>
        <p:spPr>
          <a:xfrm>
            <a:off x="952500" y="1685925"/>
            <a:ext cx="8572500" cy="14248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5610"/>
              </a:lnSpc>
              <a:buNone/>
            </a:pPr>
            <a:r>
              <a:rPr lang="en-US" sz="5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HERMES 프로젝트 진단 및 AI Agent 개선안</a:t>
            </a:r>
            <a:endParaRPr lang="en-US" sz="5100" dirty="0"/>
          </a:p>
        </p:txBody>
      </p:sp>
      <p:sp>
        <p:nvSpPr>
          <p:cNvPr id="7" name="SK-1-text-6"/>
          <p:cNvSpPr/>
          <p:nvPr/>
        </p:nvSpPr>
        <p:spPr>
          <a:xfrm>
            <a:off x="952500" y="3301305"/>
            <a:ext cx="10908030" cy="3466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30"/>
              </a:lnSpc>
              <a:buNone/>
            </a:pPr>
            <a:r>
              <a:rPr lang="en-US" sz="2100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SW PM Competition 2026 본선 발표</a:t>
            </a:r>
            <a:endParaRPr lang="en-US" sz="2100" dirty="0"/>
          </a:p>
        </p:txBody>
      </p:sp>
      <p:sp>
        <p:nvSpPr>
          <p:cNvPr id="8" name="SK-1-text-7"/>
          <p:cNvSpPr/>
          <p:nvPr/>
        </p:nvSpPr>
        <p:spPr>
          <a:xfrm>
            <a:off x="952500" y="3952726"/>
            <a:ext cx="103632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</a:rPr>
              <a:t>사건번호 PMB-2026-0826</a:t>
            </a:r>
            <a:endParaRPr lang="en-US" sz="1050" dirty="0"/>
          </a:p>
        </p:txBody>
      </p:sp>
      <p:sp>
        <p:nvSpPr>
          <p:cNvPr id="9" name="SK-1-text-8"/>
          <p:cNvSpPr/>
          <p:nvPr/>
        </p:nvSpPr>
        <p:spPr>
          <a:xfrm>
            <a:off x="952500" y="6248251"/>
            <a:ext cx="17221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kern="0" spc="36" dirty="0">
                <a:solidFill>
                  <a:srgbClr val="9CA3AF"/>
                </a:solidFill>
              </a:rPr>
              <a:t>CURRENT DATE</a:t>
            </a:r>
            <a:endParaRPr lang="en-US" sz="900" dirty="0"/>
          </a:p>
        </p:txBody>
      </p:sp>
      <p:sp>
        <p:nvSpPr>
          <p:cNvPr id="10" name="SK-1-text-9"/>
          <p:cNvSpPr/>
          <p:nvPr/>
        </p:nvSpPr>
        <p:spPr>
          <a:xfrm>
            <a:off x="952500" y="6495901"/>
            <a:ext cx="2880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</a:rPr>
              <a:t>2026-08-26</a:t>
            </a:r>
            <a:endParaRPr lang="en-US" sz="1200" dirty="0"/>
          </a:p>
        </p:txBody>
      </p:sp>
      <p:sp>
        <p:nvSpPr>
          <p:cNvPr id="11" name="SK-1-text-10"/>
          <p:cNvSpPr/>
          <p:nvPr/>
        </p:nvSpPr>
        <p:spPr>
          <a:xfrm>
            <a:off x="2476500" y="6248251"/>
            <a:ext cx="340995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kern="0" spc="36" dirty="0">
                <a:solidFill>
                  <a:srgbClr val="9CA3AF"/>
                </a:solidFill>
              </a:rPr>
              <a:t>PM</a:t>
            </a:r>
            <a:r>
              <a:rPr lang="ko-KR" altLang="en-US" sz="900" kern="0" spc="36" dirty="0">
                <a:solidFill>
                  <a:srgbClr val="9CA3AF"/>
                </a:solidFill>
              </a:rPr>
              <a:t> </a:t>
            </a:r>
            <a:r>
              <a:rPr lang="en-US" altLang="ko-KR" sz="900" kern="0" spc="36" dirty="0">
                <a:solidFill>
                  <a:srgbClr val="9CA3AF"/>
                </a:solidFill>
              </a:rPr>
              <a:t>Transformers</a:t>
            </a:r>
            <a:endParaRPr lang="en-US" sz="900" dirty="0"/>
          </a:p>
        </p:txBody>
      </p:sp>
      <p:sp>
        <p:nvSpPr>
          <p:cNvPr id="12" name="SK-1-text-11"/>
          <p:cNvSpPr/>
          <p:nvPr/>
        </p:nvSpPr>
        <p:spPr>
          <a:xfrm>
            <a:off x="2476500" y="6495901"/>
            <a:ext cx="6598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4B5563"/>
                </a:solidFill>
              </a:rPr>
              <a:t>황혜정 책임</a:t>
            </a:r>
            <a:r>
              <a:rPr lang="en-US" altLang="ko-KR" sz="1200" b="1" dirty="0">
                <a:solidFill>
                  <a:srgbClr val="4B5563"/>
                </a:solidFill>
              </a:rPr>
              <a:t>, </a:t>
            </a:r>
            <a:r>
              <a:rPr lang="ko-KR" altLang="en-US" sz="1200" b="1" dirty="0">
                <a:solidFill>
                  <a:srgbClr val="4B5563"/>
                </a:solidFill>
              </a:rPr>
              <a:t>이준규 책임</a:t>
            </a:r>
            <a:r>
              <a:rPr lang="en-US" altLang="ko-KR" sz="1200" b="1" dirty="0">
                <a:solidFill>
                  <a:srgbClr val="4B5563"/>
                </a:solidFill>
              </a:rPr>
              <a:t>, </a:t>
            </a:r>
            <a:r>
              <a:rPr lang="ko-KR" altLang="en-US" sz="1200" b="1" dirty="0">
                <a:solidFill>
                  <a:srgbClr val="4B5563"/>
                </a:solidFill>
              </a:rPr>
              <a:t>이영희 책임</a:t>
            </a:r>
            <a:endParaRPr lang="en-US" sz="1200" dirty="0"/>
          </a:p>
        </p:txBody>
      </p:sp>
      <p:sp>
        <p:nvSpPr>
          <p:cNvPr id="13" name="SK-1-text-12"/>
          <p:cNvSpPr/>
          <p:nvPr/>
        </p:nvSpPr>
        <p:spPr>
          <a:xfrm>
            <a:off x="6381750" y="6248251"/>
            <a:ext cx="179070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kern="0" spc="36" dirty="0">
                <a:solidFill>
                  <a:srgbClr val="9CA3AF"/>
                </a:solidFill>
              </a:rPr>
              <a:t>STATUS</a:t>
            </a:r>
            <a:endParaRPr lang="en-US" sz="900" dirty="0"/>
          </a:p>
        </p:txBody>
      </p:sp>
      <p:sp>
        <p:nvSpPr>
          <p:cNvPr id="14" name="SK-1-text-13"/>
          <p:cNvSpPr/>
          <p:nvPr/>
        </p:nvSpPr>
        <p:spPr>
          <a:xfrm>
            <a:off x="6381750" y="6495901"/>
            <a:ext cx="3368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F4444"/>
                </a:solidFill>
              </a:rPr>
              <a:t>CRITICAL DIAGNOSIS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"/>
            <a:ext cx="2122289" cy="276225"/>
          </a:xfrm>
          <a:prstGeom prst="rect">
            <a:avLst/>
          </a:prstGeom>
        </p:spPr>
      </p:pic>
      <p:pic>
        <p:nvPicPr>
          <p:cNvPr id="5" name="SK-2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438150"/>
            <a:ext cx="8812411" cy="9525"/>
          </a:xfrm>
          <a:prstGeom prst="rect">
            <a:avLst/>
          </a:prstGeom>
        </p:spPr>
      </p:pic>
      <p:pic>
        <p:nvPicPr>
          <p:cNvPr id="6" name="SK-2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371600"/>
            <a:ext cx="11049000" cy="242888"/>
          </a:xfrm>
          <a:prstGeom prst="rect">
            <a:avLst/>
          </a:prstGeom>
        </p:spPr>
      </p:pic>
      <p:pic>
        <p:nvPicPr>
          <p:cNvPr id="7" name="SK-2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795463"/>
            <a:ext cx="11049000" cy="4281488"/>
          </a:xfrm>
          <a:prstGeom prst="rect">
            <a:avLst/>
          </a:prstGeom>
        </p:spPr>
      </p:pic>
      <p:pic>
        <p:nvPicPr>
          <p:cNvPr id="8" name="SK-2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1795463"/>
            <a:ext cx="476250" cy="390525"/>
          </a:xfrm>
          <a:prstGeom prst="rect">
            <a:avLst/>
          </a:prstGeom>
        </p:spPr>
      </p:pic>
      <p:pic>
        <p:nvPicPr>
          <p:cNvPr id="9" name="SK-2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7750" y="1795463"/>
            <a:ext cx="2095500" cy="390525"/>
          </a:xfrm>
          <a:prstGeom prst="rect">
            <a:avLst/>
          </a:prstGeom>
        </p:spPr>
      </p:pic>
      <p:pic>
        <p:nvPicPr>
          <p:cNvPr id="10" name="SK-2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43250" y="1795463"/>
            <a:ext cx="2786807" cy="390525"/>
          </a:xfrm>
          <a:prstGeom prst="rect">
            <a:avLst/>
          </a:prstGeom>
        </p:spPr>
      </p:pic>
      <p:pic>
        <p:nvPicPr>
          <p:cNvPr id="11" name="SK-2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30057" y="1795463"/>
            <a:ext cx="2767459" cy="390525"/>
          </a:xfrm>
          <a:prstGeom prst="rect">
            <a:avLst/>
          </a:prstGeom>
        </p:spPr>
      </p:pic>
      <p:pic>
        <p:nvPicPr>
          <p:cNvPr id="12" name="SK-2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97516" y="1795463"/>
            <a:ext cx="2922984" cy="390525"/>
          </a:xfrm>
          <a:prstGeom prst="rect">
            <a:avLst/>
          </a:prstGeom>
        </p:spPr>
      </p:pic>
      <p:pic>
        <p:nvPicPr>
          <p:cNvPr id="13" name="SK-2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2185988"/>
            <a:ext cx="476250" cy="834777"/>
          </a:xfrm>
          <a:prstGeom prst="rect">
            <a:avLst/>
          </a:prstGeom>
        </p:spPr>
      </p:pic>
      <p:pic>
        <p:nvPicPr>
          <p:cNvPr id="14" name="SK-2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7750" y="2185988"/>
            <a:ext cx="2095500" cy="834777"/>
          </a:xfrm>
          <a:prstGeom prst="rect">
            <a:avLst/>
          </a:prstGeom>
        </p:spPr>
      </p:pic>
      <p:pic>
        <p:nvPicPr>
          <p:cNvPr id="15" name="SK-2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143250" y="2185988"/>
            <a:ext cx="2786807" cy="834777"/>
          </a:xfrm>
          <a:prstGeom prst="rect">
            <a:avLst/>
          </a:prstGeom>
        </p:spPr>
      </p:pic>
      <p:pic>
        <p:nvPicPr>
          <p:cNvPr id="16" name="SK-2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95650" y="2348508"/>
            <a:ext cx="1747838" cy="295275"/>
          </a:xfrm>
          <a:prstGeom prst="rect">
            <a:avLst/>
          </a:prstGeom>
        </p:spPr>
      </p:pic>
      <p:pic>
        <p:nvPicPr>
          <p:cNvPr id="17" name="SK-2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90900" y="2427536"/>
            <a:ext cx="166688" cy="137220"/>
          </a:xfrm>
          <a:prstGeom prst="rect">
            <a:avLst/>
          </a:prstGeom>
        </p:spPr>
      </p:pic>
      <p:pic>
        <p:nvPicPr>
          <p:cNvPr id="18" name="SK-2-img-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30057" y="2185988"/>
            <a:ext cx="2767459" cy="834777"/>
          </a:xfrm>
          <a:prstGeom prst="rect">
            <a:avLst/>
          </a:prstGeom>
        </p:spPr>
      </p:pic>
      <p:pic>
        <p:nvPicPr>
          <p:cNvPr id="19" name="SK-2-img-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82457" y="2348508"/>
            <a:ext cx="1528763" cy="295275"/>
          </a:xfrm>
          <a:prstGeom prst="rect">
            <a:avLst/>
          </a:prstGeom>
        </p:spPr>
      </p:pic>
      <p:pic>
        <p:nvPicPr>
          <p:cNvPr id="20" name="SK-2-img-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77707" y="2427536"/>
            <a:ext cx="166688" cy="137220"/>
          </a:xfrm>
          <a:prstGeom prst="rect">
            <a:avLst/>
          </a:prstGeom>
        </p:spPr>
      </p:pic>
      <p:pic>
        <p:nvPicPr>
          <p:cNvPr id="21" name="SK-2-img-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697516" y="2185988"/>
            <a:ext cx="2922984" cy="834777"/>
          </a:xfrm>
          <a:prstGeom prst="rect">
            <a:avLst/>
          </a:prstGeom>
        </p:spPr>
      </p:pic>
      <p:pic>
        <p:nvPicPr>
          <p:cNvPr id="22" name="SK-2-img-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1500" y="3020764"/>
            <a:ext cx="476250" cy="598587"/>
          </a:xfrm>
          <a:prstGeom prst="rect">
            <a:avLst/>
          </a:prstGeom>
        </p:spPr>
      </p:pic>
      <p:pic>
        <p:nvPicPr>
          <p:cNvPr id="23" name="SK-2-img-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47750" y="3020764"/>
            <a:ext cx="2095500" cy="598587"/>
          </a:xfrm>
          <a:prstGeom prst="rect">
            <a:avLst/>
          </a:prstGeom>
        </p:spPr>
      </p:pic>
      <p:pic>
        <p:nvPicPr>
          <p:cNvPr id="24" name="SK-2-img-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143250" y="3020764"/>
            <a:ext cx="2786807" cy="598587"/>
          </a:xfrm>
          <a:prstGeom prst="rect">
            <a:avLst/>
          </a:prstGeom>
        </p:spPr>
      </p:pic>
      <p:pic>
        <p:nvPicPr>
          <p:cNvPr id="25" name="SK-2-img-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295650" y="3172420"/>
            <a:ext cx="1181100" cy="295275"/>
          </a:xfrm>
          <a:prstGeom prst="rect">
            <a:avLst/>
          </a:prstGeom>
        </p:spPr>
      </p:pic>
      <p:pic>
        <p:nvPicPr>
          <p:cNvPr id="26" name="SK-2-img-2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930057" y="3020764"/>
            <a:ext cx="2767459" cy="598587"/>
          </a:xfrm>
          <a:prstGeom prst="rect">
            <a:avLst/>
          </a:prstGeom>
        </p:spPr>
      </p:pic>
      <p:pic>
        <p:nvPicPr>
          <p:cNvPr id="27" name="SK-2-img-26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082457" y="3172420"/>
            <a:ext cx="1276350" cy="295275"/>
          </a:xfrm>
          <a:prstGeom prst="rect">
            <a:avLst/>
          </a:prstGeom>
        </p:spPr>
      </p:pic>
      <p:pic>
        <p:nvPicPr>
          <p:cNvPr id="28" name="SK-2-img-2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697516" y="3020764"/>
            <a:ext cx="2922984" cy="598587"/>
          </a:xfrm>
          <a:prstGeom prst="rect">
            <a:avLst/>
          </a:prstGeom>
        </p:spPr>
      </p:pic>
      <p:pic>
        <p:nvPicPr>
          <p:cNvPr id="29" name="SK-2-img-28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71500" y="3619351"/>
            <a:ext cx="476250" cy="819150"/>
          </a:xfrm>
          <a:prstGeom prst="rect">
            <a:avLst/>
          </a:prstGeom>
        </p:spPr>
      </p:pic>
      <p:pic>
        <p:nvPicPr>
          <p:cNvPr id="30" name="SK-2-img-29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47750" y="3619351"/>
            <a:ext cx="2095500" cy="819150"/>
          </a:xfrm>
          <a:prstGeom prst="rect">
            <a:avLst/>
          </a:prstGeom>
        </p:spPr>
      </p:pic>
      <p:pic>
        <p:nvPicPr>
          <p:cNvPr id="31" name="SK-2-img-30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143250" y="3619351"/>
            <a:ext cx="2786807" cy="819150"/>
          </a:xfrm>
          <a:prstGeom prst="rect">
            <a:avLst/>
          </a:prstGeom>
        </p:spPr>
      </p:pic>
      <p:pic>
        <p:nvPicPr>
          <p:cNvPr id="32" name="SK-2-img-31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295650" y="3781276"/>
            <a:ext cx="1304925" cy="295275"/>
          </a:xfrm>
          <a:prstGeom prst="rect">
            <a:avLst/>
          </a:prstGeom>
        </p:spPr>
      </p:pic>
      <p:pic>
        <p:nvPicPr>
          <p:cNvPr id="33" name="SK-2-img-32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930057" y="3619351"/>
            <a:ext cx="2767459" cy="819150"/>
          </a:xfrm>
          <a:prstGeom prst="rect">
            <a:avLst/>
          </a:prstGeom>
        </p:spPr>
      </p:pic>
      <p:pic>
        <p:nvPicPr>
          <p:cNvPr id="34" name="SK-2-img-33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82457" y="3781276"/>
            <a:ext cx="1114425" cy="295275"/>
          </a:xfrm>
          <a:prstGeom prst="rect">
            <a:avLst/>
          </a:prstGeom>
        </p:spPr>
      </p:pic>
      <p:pic>
        <p:nvPicPr>
          <p:cNvPr id="35" name="SK-2-img-34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697516" y="3619351"/>
            <a:ext cx="2922984" cy="819150"/>
          </a:xfrm>
          <a:prstGeom prst="rect">
            <a:avLst/>
          </a:prstGeom>
        </p:spPr>
      </p:pic>
      <p:pic>
        <p:nvPicPr>
          <p:cNvPr id="36" name="SK-2-img-35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71500" y="4438501"/>
            <a:ext cx="476250" cy="819150"/>
          </a:xfrm>
          <a:prstGeom prst="rect">
            <a:avLst/>
          </a:prstGeom>
        </p:spPr>
      </p:pic>
      <p:pic>
        <p:nvPicPr>
          <p:cNvPr id="37" name="SK-2-img-36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47750" y="4438501"/>
            <a:ext cx="2095500" cy="819150"/>
          </a:xfrm>
          <a:prstGeom prst="rect">
            <a:avLst/>
          </a:prstGeom>
        </p:spPr>
      </p:pic>
      <p:pic>
        <p:nvPicPr>
          <p:cNvPr id="38" name="SK-2-img-37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143250" y="4438501"/>
            <a:ext cx="2786807" cy="819150"/>
          </a:xfrm>
          <a:prstGeom prst="rect">
            <a:avLst/>
          </a:prstGeom>
        </p:spPr>
      </p:pic>
      <p:pic>
        <p:nvPicPr>
          <p:cNvPr id="39" name="SK-2-img-38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295650" y="4700439"/>
            <a:ext cx="1162050" cy="295275"/>
          </a:xfrm>
          <a:prstGeom prst="rect">
            <a:avLst/>
          </a:prstGeom>
        </p:spPr>
      </p:pic>
      <p:pic>
        <p:nvPicPr>
          <p:cNvPr id="40" name="SK-2-img-39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930057" y="4438501"/>
            <a:ext cx="2767459" cy="819150"/>
          </a:xfrm>
          <a:prstGeom prst="rect">
            <a:avLst/>
          </a:prstGeom>
        </p:spPr>
      </p:pic>
      <p:pic>
        <p:nvPicPr>
          <p:cNvPr id="41" name="SK-2-img-40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082457" y="4600426"/>
            <a:ext cx="1162050" cy="295275"/>
          </a:xfrm>
          <a:prstGeom prst="rect">
            <a:avLst/>
          </a:prstGeom>
        </p:spPr>
      </p:pic>
      <p:pic>
        <p:nvPicPr>
          <p:cNvPr id="42" name="SK-2-img-41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8697516" y="4438501"/>
            <a:ext cx="2922984" cy="819150"/>
          </a:xfrm>
          <a:prstGeom prst="rect">
            <a:avLst/>
          </a:prstGeom>
        </p:spPr>
      </p:pic>
      <p:pic>
        <p:nvPicPr>
          <p:cNvPr id="43" name="SK-2-img-42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71500" y="5257651"/>
            <a:ext cx="476250" cy="819299"/>
          </a:xfrm>
          <a:prstGeom prst="rect">
            <a:avLst/>
          </a:prstGeom>
        </p:spPr>
      </p:pic>
      <p:pic>
        <p:nvPicPr>
          <p:cNvPr id="44" name="SK-2-img-43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047750" y="5257651"/>
            <a:ext cx="2095500" cy="819299"/>
          </a:xfrm>
          <a:prstGeom prst="rect">
            <a:avLst/>
          </a:prstGeom>
        </p:spPr>
      </p:pic>
      <p:pic>
        <p:nvPicPr>
          <p:cNvPr id="45" name="SK-2-img-44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143250" y="5257651"/>
            <a:ext cx="2786807" cy="819299"/>
          </a:xfrm>
          <a:prstGeom prst="rect">
            <a:avLst/>
          </a:prstGeom>
        </p:spPr>
      </p:pic>
      <p:pic>
        <p:nvPicPr>
          <p:cNvPr id="46" name="SK-2-img-45" descr="preencoded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295650" y="5519589"/>
            <a:ext cx="1476375" cy="295275"/>
          </a:xfrm>
          <a:prstGeom prst="rect">
            <a:avLst/>
          </a:prstGeom>
        </p:spPr>
      </p:pic>
      <p:pic>
        <p:nvPicPr>
          <p:cNvPr id="47" name="SK-2-img-46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930057" y="5257651"/>
            <a:ext cx="2767459" cy="819299"/>
          </a:xfrm>
          <a:prstGeom prst="rect">
            <a:avLst/>
          </a:prstGeom>
        </p:spPr>
      </p:pic>
      <p:pic>
        <p:nvPicPr>
          <p:cNvPr id="48" name="SK-2-img-47" descr="preencoded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082457" y="5419576"/>
            <a:ext cx="1343025" cy="295275"/>
          </a:xfrm>
          <a:prstGeom prst="rect">
            <a:avLst/>
          </a:prstGeom>
        </p:spPr>
      </p:pic>
      <p:pic>
        <p:nvPicPr>
          <p:cNvPr id="49" name="SK-2-img-48" descr="preencoded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8697516" y="5257651"/>
            <a:ext cx="2922984" cy="819299"/>
          </a:xfrm>
          <a:prstGeom prst="rect">
            <a:avLst/>
          </a:prstGeom>
        </p:spPr>
      </p:pic>
      <p:sp>
        <p:nvSpPr>
          <p:cNvPr id="51" name="SK-2-text-50"/>
          <p:cNvSpPr/>
          <p:nvPr/>
        </p:nvSpPr>
        <p:spPr>
          <a:xfrm>
            <a:off x="647700" y="3048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52" name="SK-2-text-51"/>
          <p:cNvSpPr/>
          <p:nvPr/>
        </p:nvSpPr>
        <p:spPr>
          <a:xfrm>
            <a:off x="571500" y="657225"/>
            <a:ext cx="11620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A-1. </a:t>
            </a:r>
            <a:r>
              <a:rPr lang="ko-KR" alt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</a:t>
            </a: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식별: </a:t>
            </a:r>
            <a:r>
              <a:rPr lang="ko-KR" alt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보이는 것의 왜곡</a:t>
            </a:r>
            <a:endParaRPr lang="en-US" sz="2550" dirty="0"/>
          </a:p>
        </p:txBody>
      </p:sp>
      <p:sp>
        <p:nvSpPr>
          <p:cNvPr id="53" name="SK-2-text-52"/>
          <p:cNvSpPr/>
          <p:nvPr/>
        </p:nvSpPr>
        <p:spPr>
          <a:xfrm>
            <a:off x="723900" y="1371600"/>
            <a:ext cx="1146810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이상: </a:t>
            </a:r>
            <a:r>
              <a:rPr lang="en-US" sz="127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"수박 프로젝트"</a:t>
            </a: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보고된 지표는 정상(Green)이나 프로젝트의 실질적 가치는 결함(Red) 상태임</a:t>
            </a:r>
            <a:endParaRPr lang="en-US" sz="1275" dirty="0"/>
          </a:p>
        </p:txBody>
      </p:sp>
      <p:sp>
        <p:nvSpPr>
          <p:cNvPr id="54" name="SK-2-text-53"/>
          <p:cNvSpPr/>
          <p:nvPr/>
        </p:nvSpPr>
        <p:spPr>
          <a:xfrm>
            <a:off x="723900" y="1795463"/>
            <a:ext cx="247650" cy="3905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</a:t>
            </a:r>
            <a:endParaRPr lang="en-US" sz="1050" dirty="0"/>
          </a:p>
        </p:txBody>
      </p:sp>
      <p:sp>
        <p:nvSpPr>
          <p:cNvPr id="55" name="SK-2-text-54"/>
          <p:cNvSpPr/>
          <p:nvPr/>
        </p:nvSpPr>
        <p:spPr>
          <a:xfrm>
            <a:off x="1200150" y="1795463"/>
            <a:ext cx="1866900" cy="3905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이상징후</a:t>
            </a:r>
            <a:endParaRPr lang="en-US" sz="1050" dirty="0"/>
          </a:p>
        </p:txBody>
      </p:sp>
      <p:sp>
        <p:nvSpPr>
          <p:cNvPr id="56" name="SK-2-text-55"/>
          <p:cNvSpPr/>
          <p:nvPr/>
        </p:nvSpPr>
        <p:spPr>
          <a:xfrm>
            <a:off x="3295650" y="1795463"/>
            <a:ext cx="2558207" cy="3905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 (겉)</a:t>
            </a:r>
            <a:endParaRPr lang="en-US" sz="1050" dirty="0"/>
          </a:p>
        </p:txBody>
      </p:sp>
      <p:sp>
        <p:nvSpPr>
          <p:cNvPr id="57" name="SK-2-text-56"/>
          <p:cNvSpPr/>
          <p:nvPr/>
        </p:nvSpPr>
        <p:spPr>
          <a:xfrm>
            <a:off x="6082457" y="1795463"/>
            <a:ext cx="2538859" cy="3905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(속)</a:t>
            </a:r>
            <a:endParaRPr lang="en-US" sz="1050" dirty="0"/>
          </a:p>
        </p:txBody>
      </p:sp>
      <p:sp>
        <p:nvSpPr>
          <p:cNvPr id="58" name="SK-2-text-57"/>
          <p:cNvSpPr/>
          <p:nvPr/>
        </p:nvSpPr>
        <p:spPr>
          <a:xfrm>
            <a:off x="8849916" y="1795463"/>
            <a:ext cx="2694384" cy="3905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</a:t>
            </a:r>
            <a:endParaRPr lang="en-US" sz="1050" dirty="0"/>
          </a:p>
        </p:txBody>
      </p:sp>
      <p:sp>
        <p:nvSpPr>
          <p:cNvPr id="59" name="SK-2-text-58"/>
          <p:cNvSpPr/>
          <p:nvPr/>
        </p:nvSpPr>
        <p:spPr>
          <a:xfrm>
            <a:off x="723900" y="2185988"/>
            <a:ext cx="247650" cy="8347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1</a:t>
            </a:r>
            <a:endParaRPr lang="en-US" sz="1125" dirty="0"/>
          </a:p>
        </p:txBody>
      </p:sp>
      <p:sp>
        <p:nvSpPr>
          <p:cNvPr id="60" name="SK-2-text-59"/>
          <p:cNvSpPr/>
          <p:nvPr/>
        </p:nvSpPr>
        <p:spPr>
          <a:xfrm>
            <a:off x="1200150" y="2185988"/>
            <a:ext cx="1866900" cy="8347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주간보고 상태</a:t>
            </a:r>
            <a:endParaRPr lang="en-US" sz="1125" dirty="0"/>
          </a:p>
        </p:txBody>
      </p:sp>
      <p:sp>
        <p:nvSpPr>
          <p:cNvPr id="61" name="SK-2-text-60"/>
          <p:cNvSpPr/>
          <p:nvPr/>
        </p:nvSpPr>
        <p:spPr>
          <a:xfrm>
            <a:off x="3633788" y="2348508"/>
            <a:ext cx="2471372" cy="2952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16주 연속 ALL GREEN</a:t>
            </a:r>
            <a:endParaRPr lang="en-US" sz="1050" dirty="0"/>
          </a:p>
        </p:txBody>
      </p:sp>
      <p:sp>
        <p:nvSpPr>
          <p:cNvPr id="62" name="SK-2-text-61"/>
          <p:cNvSpPr/>
          <p:nvPr/>
        </p:nvSpPr>
        <p:spPr>
          <a:xfrm>
            <a:off x="3295650" y="2672358"/>
            <a:ext cx="260223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"전 지표 정상. 이상 없음."</a:t>
            </a:r>
            <a:endParaRPr lang="en-US" sz="975" dirty="0"/>
          </a:p>
        </p:txBody>
      </p:sp>
      <p:sp>
        <p:nvSpPr>
          <p:cNvPr id="63" name="SK-2-text-62"/>
          <p:cNvSpPr/>
          <p:nvPr/>
        </p:nvSpPr>
        <p:spPr>
          <a:xfrm>
            <a:off x="6420594" y="2348508"/>
            <a:ext cx="1338263" cy="2952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무개입완주율 급락</a:t>
            </a:r>
            <a:endParaRPr lang="en-US" sz="1050" dirty="0"/>
          </a:p>
        </p:txBody>
      </p:sp>
      <p:sp>
        <p:nvSpPr>
          <p:cNvPr id="64" name="SK-2-text-63"/>
          <p:cNvSpPr/>
          <p:nvPr/>
        </p:nvSpPr>
        <p:spPr>
          <a:xfrm>
            <a:off x="6082457" y="2672358"/>
            <a:ext cx="309753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18.4% → 6.1% (심각)</a:t>
            </a:r>
            <a:endParaRPr lang="en-US" sz="975" dirty="0"/>
          </a:p>
        </p:txBody>
      </p:sp>
      <p:sp>
        <p:nvSpPr>
          <p:cNvPr id="65" name="SK-2-textBg-64"/>
          <p:cNvSpPr/>
          <p:nvPr/>
        </p:nvSpPr>
        <p:spPr>
          <a:xfrm>
            <a:off x="8849916" y="2515195"/>
            <a:ext cx="1847850" cy="180975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K-2-text-65"/>
          <p:cNvSpPr/>
          <p:nvPr/>
        </p:nvSpPr>
        <p:spPr>
          <a:xfrm>
            <a:off x="8907066" y="2515195"/>
            <a:ext cx="3284934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08_ai_weekly, 09_telemetry</a:t>
            </a:r>
            <a:endParaRPr lang="en-US" sz="900" dirty="0"/>
          </a:p>
        </p:txBody>
      </p:sp>
      <p:sp>
        <p:nvSpPr>
          <p:cNvPr id="67" name="SK-2-text-66"/>
          <p:cNvSpPr/>
          <p:nvPr/>
        </p:nvSpPr>
        <p:spPr>
          <a:xfrm>
            <a:off x="723900" y="3020764"/>
            <a:ext cx="247650" cy="59858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2</a:t>
            </a:r>
            <a:endParaRPr lang="en-US" sz="1125" dirty="0"/>
          </a:p>
        </p:txBody>
      </p:sp>
      <p:sp>
        <p:nvSpPr>
          <p:cNvPr id="68" name="SK-2-text-67"/>
          <p:cNvSpPr/>
          <p:nvPr/>
        </p:nvSpPr>
        <p:spPr>
          <a:xfrm>
            <a:off x="1200150" y="3020764"/>
            <a:ext cx="1866900" cy="59858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자율주행 성공률</a:t>
            </a:r>
            <a:endParaRPr lang="en-US" sz="1125" dirty="0"/>
          </a:p>
        </p:txBody>
      </p:sp>
      <p:sp>
        <p:nvSpPr>
          <p:cNvPr id="69" name="SK-2-text-68"/>
          <p:cNvSpPr/>
          <p:nvPr/>
        </p:nvSpPr>
        <p:spPr>
          <a:xfrm>
            <a:off x="3390900" y="3172420"/>
            <a:ext cx="2089355" cy="2952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93.4% (GREEN)</a:t>
            </a:r>
            <a:endParaRPr lang="en-US" sz="1050" dirty="0"/>
          </a:p>
        </p:txBody>
      </p:sp>
      <p:sp>
        <p:nvSpPr>
          <p:cNvPr id="70" name="SK-2-text-69"/>
          <p:cNvSpPr/>
          <p:nvPr/>
        </p:nvSpPr>
        <p:spPr>
          <a:xfrm>
            <a:off x="6177707" y="3172420"/>
            <a:ext cx="1982110" cy="2952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58.6% (실사업장)</a:t>
            </a:r>
            <a:endParaRPr lang="en-US" sz="1050" dirty="0"/>
          </a:p>
        </p:txBody>
      </p:sp>
      <p:sp>
        <p:nvSpPr>
          <p:cNvPr id="71" name="SK-2-textBg-70"/>
          <p:cNvSpPr/>
          <p:nvPr/>
        </p:nvSpPr>
        <p:spPr>
          <a:xfrm>
            <a:off x="8849916" y="3231952"/>
            <a:ext cx="1847850" cy="180975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K-2-text-71"/>
          <p:cNvSpPr/>
          <p:nvPr/>
        </p:nvSpPr>
        <p:spPr>
          <a:xfrm>
            <a:off x="8907066" y="3231952"/>
            <a:ext cx="3284934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01_charter SC-03 vs 10_nav</a:t>
            </a:r>
            <a:endParaRPr lang="en-US" sz="900" dirty="0"/>
          </a:p>
        </p:txBody>
      </p:sp>
      <p:sp>
        <p:nvSpPr>
          <p:cNvPr id="73" name="SK-2-text-72"/>
          <p:cNvSpPr/>
          <p:nvPr/>
        </p:nvSpPr>
        <p:spPr>
          <a:xfrm>
            <a:off x="723900" y="3619351"/>
            <a:ext cx="247650" cy="8191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3</a:t>
            </a:r>
            <a:endParaRPr lang="en-US" sz="1125" dirty="0"/>
          </a:p>
        </p:txBody>
      </p:sp>
      <p:sp>
        <p:nvSpPr>
          <p:cNvPr id="74" name="SK-2-text-73"/>
          <p:cNvSpPr/>
          <p:nvPr/>
        </p:nvSpPr>
        <p:spPr>
          <a:xfrm>
            <a:off x="1200150" y="3619351"/>
            <a:ext cx="1866900" cy="8191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EVM 지표</a:t>
            </a:r>
            <a:endParaRPr lang="en-US" sz="1125" dirty="0"/>
          </a:p>
        </p:txBody>
      </p:sp>
      <p:sp>
        <p:nvSpPr>
          <p:cNvPr id="75" name="SK-2-text-74"/>
          <p:cNvSpPr/>
          <p:nvPr/>
        </p:nvSpPr>
        <p:spPr>
          <a:xfrm>
            <a:off x="3390900" y="3781276"/>
            <a:ext cx="3082707" cy="2952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SPI 1.02, CPI 0.98</a:t>
            </a:r>
            <a:endParaRPr lang="en-US" sz="1050" dirty="0"/>
          </a:p>
        </p:txBody>
      </p:sp>
      <p:sp>
        <p:nvSpPr>
          <p:cNvPr id="76" name="SK-2-text-75"/>
          <p:cNvSpPr/>
          <p:nvPr/>
        </p:nvSpPr>
        <p:spPr>
          <a:xfrm>
            <a:off x="3295650" y="4105126"/>
            <a:ext cx="2558207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"개발 부문만 게시"</a:t>
            </a:r>
            <a:endParaRPr lang="en-US" sz="900" dirty="0"/>
          </a:p>
        </p:txBody>
      </p:sp>
      <p:sp>
        <p:nvSpPr>
          <p:cNvPr id="77" name="SK-2-text-76"/>
          <p:cNvSpPr/>
          <p:nvPr/>
        </p:nvSpPr>
        <p:spPr>
          <a:xfrm>
            <a:off x="6177707" y="3781276"/>
            <a:ext cx="2021970" cy="2952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CPI 0.944</a:t>
            </a:r>
            <a:endParaRPr lang="en-US" sz="1050" dirty="0"/>
          </a:p>
        </p:txBody>
      </p:sp>
      <p:sp>
        <p:nvSpPr>
          <p:cNvPr id="78" name="SK-2-text-77"/>
          <p:cNvSpPr/>
          <p:nvPr/>
        </p:nvSpPr>
        <p:spPr>
          <a:xfrm>
            <a:off x="6082457" y="4105126"/>
            <a:ext cx="281940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21.4억 별도 집계</a:t>
            </a:r>
            <a:endParaRPr lang="en-US" sz="900" dirty="0"/>
          </a:p>
        </p:txBody>
      </p:sp>
      <p:sp>
        <p:nvSpPr>
          <p:cNvPr id="79" name="SK-2-textBg-78"/>
          <p:cNvSpPr/>
          <p:nvPr/>
        </p:nvSpPr>
        <p:spPr>
          <a:xfrm>
            <a:off x="8849916" y="3940820"/>
            <a:ext cx="809625" cy="180975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K-2-text-79"/>
          <p:cNvSpPr/>
          <p:nvPr/>
        </p:nvSpPr>
        <p:spPr>
          <a:xfrm>
            <a:off x="8907066" y="3940820"/>
            <a:ext cx="1217228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06_evm 비고</a:t>
            </a:r>
            <a:endParaRPr lang="en-US" sz="900" dirty="0"/>
          </a:p>
        </p:txBody>
      </p:sp>
      <p:sp>
        <p:nvSpPr>
          <p:cNvPr id="81" name="SK-2-text-80"/>
          <p:cNvSpPr/>
          <p:nvPr/>
        </p:nvSpPr>
        <p:spPr>
          <a:xfrm>
            <a:off x="723900" y="4438501"/>
            <a:ext cx="247650" cy="8191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4</a:t>
            </a:r>
            <a:endParaRPr lang="en-US" sz="1125" dirty="0"/>
          </a:p>
        </p:txBody>
      </p:sp>
      <p:sp>
        <p:nvSpPr>
          <p:cNvPr id="82" name="SK-2-text-81"/>
          <p:cNvSpPr/>
          <p:nvPr/>
        </p:nvSpPr>
        <p:spPr>
          <a:xfrm>
            <a:off x="1200150" y="4438501"/>
            <a:ext cx="1866900" cy="8191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관리</a:t>
            </a:r>
            <a:endParaRPr lang="en-US" sz="1125" dirty="0"/>
          </a:p>
        </p:txBody>
      </p:sp>
      <p:sp>
        <p:nvSpPr>
          <p:cNvPr id="83" name="SK-2-text-82"/>
          <p:cNvSpPr/>
          <p:nvPr/>
        </p:nvSpPr>
        <p:spPr>
          <a:xfrm>
            <a:off x="3390900" y="4700439"/>
            <a:ext cx="1637051" cy="2952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리스크 0건</a:t>
            </a:r>
            <a:endParaRPr lang="en-US" sz="1050" dirty="0"/>
          </a:p>
        </p:txBody>
      </p:sp>
      <p:sp>
        <p:nvSpPr>
          <p:cNvPr id="84" name="SK-2-text-83"/>
          <p:cNvSpPr/>
          <p:nvPr/>
        </p:nvSpPr>
        <p:spPr>
          <a:xfrm>
            <a:off x="6177707" y="4600426"/>
            <a:ext cx="1637051" cy="2952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리스크 3건</a:t>
            </a:r>
            <a:endParaRPr lang="en-US" sz="1050" dirty="0"/>
          </a:p>
        </p:txBody>
      </p:sp>
      <p:sp>
        <p:nvSpPr>
          <p:cNvPr id="85" name="SK-2-text-84"/>
          <p:cNvSpPr/>
          <p:nvPr/>
        </p:nvSpPr>
        <p:spPr>
          <a:xfrm>
            <a:off x="6082457" y="4924276"/>
            <a:ext cx="2538859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없이 Medium 하향됨</a:t>
            </a:r>
            <a:endParaRPr lang="en-US" sz="900" dirty="0"/>
          </a:p>
        </p:txBody>
      </p:sp>
      <p:sp>
        <p:nvSpPr>
          <p:cNvPr id="86" name="SK-2-textBg-85"/>
          <p:cNvSpPr/>
          <p:nvPr/>
        </p:nvSpPr>
        <p:spPr>
          <a:xfrm>
            <a:off x="8849916" y="4759970"/>
            <a:ext cx="1581150" cy="180975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K-2-text-86"/>
          <p:cNvSpPr/>
          <p:nvPr/>
        </p:nvSpPr>
        <p:spPr>
          <a:xfrm>
            <a:off x="8907066" y="4759970"/>
            <a:ext cx="3138706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11_risk_register, M-02</a:t>
            </a:r>
            <a:endParaRPr lang="en-US" sz="900" dirty="0"/>
          </a:p>
        </p:txBody>
      </p:sp>
      <p:sp>
        <p:nvSpPr>
          <p:cNvPr id="88" name="SK-2-text-87"/>
          <p:cNvSpPr/>
          <p:nvPr/>
        </p:nvSpPr>
        <p:spPr>
          <a:xfrm>
            <a:off x="723900" y="5257651"/>
            <a:ext cx="247650" cy="8192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5</a:t>
            </a:r>
            <a:endParaRPr lang="en-US" sz="1125" dirty="0"/>
          </a:p>
        </p:txBody>
      </p:sp>
      <p:sp>
        <p:nvSpPr>
          <p:cNvPr id="89" name="SK-2-text-88"/>
          <p:cNvSpPr/>
          <p:nvPr/>
        </p:nvSpPr>
        <p:spPr>
          <a:xfrm>
            <a:off x="1200150" y="5257651"/>
            <a:ext cx="1866900" cy="8192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완료율</a:t>
            </a:r>
            <a:endParaRPr lang="en-US" sz="1125" dirty="0"/>
          </a:p>
        </p:txBody>
      </p:sp>
      <p:sp>
        <p:nvSpPr>
          <p:cNvPr id="90" name="SK-2-text-89"/>
          <p:cNvSpPr/>
          <p:nvPr/>
        </p:nvSpPr>
        <p:spPr>
          <a:xfrm>
            <a:off x="3390900" y="5519589"/>
            <a:ext cx="3235305" cy="2952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92.9% (78/84 Done)</a:t>
            </a:r>
            <a:endParaRPr lang="en-US" sz="1050" dirty="0"/>
          </a:p>
        </p:txBody>
      </p:sp>
      <p:sp>
        <p:nvSpPr>
          <p:cNvPr id="91" name="SK-2-text-90"/>
          <p:cNvSpPr/>
          <p:nvPr/>
        </p:nvSpPr>
        <p:spPr>
          <a:xfrm>
            <a:off x="6177707" y="5419576"/>
            <a:ext cx="1724066" cy="2952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기준 임의 변경</a:t>
            </a:r>
            <a:endParaRPr lang="en-US" sz="1050" dirty="0"/>
          </a:p>
        </p:txBody>
      </p:sp>
      <p:sp>
        <p:nvSpPr>
          <p:cNvPr id="92" name="SK-2-text-91"/>
          <p:cNvSpPr/>
          <p:nvPr/>
        </p:nvSpPr>
        <p:spPr>
          <a:xfrm>
            <a:off x="6082457" y="5743426"/>
            <a:ext cx="295656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통과 삭제 → 머지만으로 Done</a:t>
            </a:r>
            <a:endParaRPr lang="en-US" sz="900" dirty="0"/>
          </a:p>
        </p:txBody>
      </p:sp>
      <p:sp>
        <p:nvSpPr>
          <p:cNvPr id="93" name="SK-2-textBg-92"/>
          <p:cNvSpPr/>
          <p:nvPr/>
        </p:nvSpPr>
        <p:spPr>
          <a:xfrm>
            <a:off x="8849916" y="5579120"/>
            <a:ext cx="914400" cy="180975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SK-2-text-93"/>
          <p:cNvSpPr/>
          <p:nvPr/>
        </p:nvSpPr>
        <p:spPr>
          <a:xfrm>
            <a:off x="8907066" y="5579120"/>
            <a:ext cx="184023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CR-012, M-03</a:t>
            </a:r>
            <a:endParaRPr lang="en-US" sz="900" dirty="0"/>
          </a:p>
        </p:txBody>
      </p:sp>
      <p:pic>
        <p:nvPicPr>
          <p:cNvPr id="96" name="SK-3-img-32" descr="preencoded.png">
            <a:extLst>
              <a:ext uri="{FF2B5EF4-FFF2-40B4-BE49-F238E27FC236}">
                <a16:creationId xmlns:a16="http://schemas.microsoft.com/office/drawing/2014/main" id="{46FEA9FA-FD0A-34E9-AF29-38DC52D35C74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571500" y="6254692"/>
            <a:ext cx="11049000" cy="457200"/>
          </a:xfrm>
          <a:prstGeom prst="rect">
            <a:avLst/>
          </a:prstGeom>
        </p:spPr>
      </p:pic>
      <p:pic>
        <p:nvPicPr>
          <p:cNvPr id="97" name="SK-3-img-33" descr="preencoded.png">
            <a:extLst>
              <a:ext uri="{FF2B5EF4-FFF2-40B4-BE49-F238E27FC236}">
                <a16:creationId xmlns:a16="http://schemas.microsoft.com/office/drawing/2014/main" id="{A874DAA1-7EEE-383D-F30B-7C9569540D7E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85800" y="6407092"/>
            <a:ext cx="190500" cy="152400"/>
          </a:xfrm>
          <a:prstGeom prst="rect">
            <a:avLst/>
          </a:prstGeom>
        </p:spPr>
      </p:pic>
      <p:sp>
        <p:nvSpPr>
          <p:cNvPr id="98" name="SK-3-text-79">
            <a:extLst>
              <a:ext uri="{FF2B5EF4-FFF2-40B4-BE49-F238E27FC236}">
                <a16:creationId xmlns:a16="http://schemas.microsoft.com/office/drawing/2014/main" id="{E0E5254C-63B0-3160-FBA4-B41D8A0042A2}"/>
              </a:ext>
            </a:extLst>
          </p:cNvPr>
          <p:cNvSpPr/>
          <p:nvPr/>
        </p:nvSpPr>
        <p:spPr>
          <a:xfrm>
            <a:off x="952500" y="6368992"/>
            <a:ext cx="10820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더 심각한 것은</a:t>
            </a:r>
            <a:r>
              <a:rPr lang="en-US" altLang="ko-KR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아예 보이지 않는 영역이다 →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3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3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3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739842"/>
            <a:ext cx="11049000" cy="4324350"/>
          </a:xfrm>
          <a:prstGeom prst="rect">
            <a:avLst/>
          </a:prstGeom>
        </p:spPr>
      </p:pic>
      <p:pic>
        <p:nvPicPr>
          <p:cNvPr id="7" name="SK-3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739842"/>
            <a:ext cx="424904" cy="442913"/>
          </a:xfrm>
          <a:prstGeom prst="rect">
            <a:avLst/>
          </a:prstGeom>
        </p:spPr>
      </p:pic>
      <p:pic>
        <p:nvPicPr>
          <p:cNvPr id="8" name="SK-3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6404" y="1739842"/>
            <a:ext cx="1699766" cy="442913"/>
          </a:xfrm>
          <a:prstGeom prst="rect">
            <a:avLst/>
          </a:prstGeom>
        </p:spPr>
      </p:pic>
      <p:pic>
        <p:nvPicPr>
          <p:cNvPr id="9" name="SK-3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96170" y="1739842"/>
            <a:ext cx="2549723" cy="442913"/>
          </a:xfrm>
          <a:prstGeom prst="rect">
            <a:avLst/>
          </a:prstGeom>
        </p:spPr>
      </p:pic>
      <p:pic>
        <p:nvPicPr>
          <p:cNvPr id="10" name="SK-3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45894" y="1739842"/>
            <a:ext cx="4037112" cy="442913"/>
          </a:xfrm>
          <a:prstGeom prst="rect">
            <a:avLst/>
          </a:prstGeom>
        </p:spPr>
      </p:pic>
      <p:pic>
        <p:nvPicPr>
          <p:cNvPr id="11" name="SK-3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83005" y="1739842"/>
            <a:ext cx="2337495" cy="442913"/>
          </a:xfrm>
          <a:prstGeom prst="rect">
            <a:avLst/>
          </a:prstGeom>
        </p:spPr>
      </p:pic>
      <p:pic>
        <p:nvPicPr>
          <p:cNvPr id="12" name="SK-3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2182755"/>
            <a:ext cx="424904" cy="725686"/>
          </a:xfrm>
          <a:prstGeom prst="rect">
            <a:avLst/>
          </a:prstGeom>
        </p:spPr>
      </p:pic>
      <p:pic>
        <p:nvPicPr>
          <p:cNvPr id="13" name="SK-3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6404" y="2182755"/>
            <a:ext cx="1699766" cy="725686"/>
          </a:xfrm>
          <a:prstGeom prst="rect">
            <a:avLst/>
          </a:prstGeom>
        </p:spPr>
      </p:pic>
      <p:pic>
        <p:nvPicPr>
          <p:cNvPr id="14" name="SK-3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96170" y="2182755"/>
            <a:ext cx="2549723" cy="725686"/>
          </a:xfrm>
          <a:prstGeom prst="rect">
            <a:avLst/>
          </a:prstGeom>
        </p:spPr>
      </p:pic>
      <p:pic>
        <p:nvPicPr>
          <p:cNvPr id="15" name="SK-3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10470" y="2329797"/>
            <a:ext cx="178594" cy="148828"/>
          </a:xfrm>
          <a:prstGeom prst="rect">
            <a:avLst/>
          </a:prstGeom>
        </p:spPr>
      </p:pic>
      <p:pic>
        <p:nvPicPr>
          <p:cNvPr id="16" name="SK-3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45894" y="2182755"/>
            <a:ext cx="4037112" cy="725686"/>
          </a:xfrm>
          <a:prstGeom prst="rect">
            <a:avLst/>
          </a:prstGeom>
        </p:spPr>
      </p:pic>
      <p:pic>
        <p:nvPicPr>
          <p:cNvPr id="17" name="SK-3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83005" y="2182755"/>
            <a:ext cx="2337495" cy="725686"/>
          </a:xfrm>
          <a:prstGeom prst="rect">
            <a:avLst/>
          </a:prstGeom>
        </p:spPr>
      </p:pic>
      <p:pic>
        <p:nvPicPr>
          <p:cNvPr id="18" name="SK-3-img-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2908440"/>
            <a:ext cx="424904" cy="725686"/>
          </a:xfrm>
          <a:prstGeom prst="rect">
            <a:avLst/>
          </a:prstGeom>
        </p:spPr>
      </p:pic>
      <p:pic>
        <p:nvPicPr>
          <p:cNvPr id="19" name="SK-3-img-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96404" y="2908440"/>
            <a:ext cx="1699766" cy="725686"/>
          </a:xfrm>
          <a:prstGeom prst="rect">
            <a:avLst/>
          </a:prstGeom>
        </p:spPr>
      </p:pic>
      <p:pic>
        <p:nvPicPr>
          <p:cNvPr id="20" name="SK-3-img-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696170" y="2908440"/>
            <a:ext cx="2549723" cy="725686"/>
          </a:xfrm>
          <a:prstGeom prst="rect">
            <a:avLst/>
          </a:prstGeom>
        </p:spPr>
      </p:pic>
      <p:pic>
        <p:nvPicPr>
          <p:cNvPr id="21" name="SK-3-img-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245894" y="2908440"/>
            <a:ext cx="4037112" cy="725686"/>
          </a:xfrm>
          <a:prstGeom prst="rect">
            <a:avLst/>
          </a:prstGeom>
        </p:spPr>
      </p:pic>
      <p:pic>
        <p:nvPicPr>
          <p:cNvPr id="22" name="SK-3-img-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283005" y="2908440"/>
            <a:ext cx="2337495" cy="725686"/>
          </a:xfrm>
          <a:prstGeom prst="rect">
            <a:avLst/>
          </a:prstGeom>
        </p:spPr>
      </p:pic>
      <p:pic>
        <p:nvPicPr>
          <p:cNvPr id="23" name="SK-3-img-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3634126"/>
            <a:ext cx="424904" cy="725686"/>
          </a:xfrm>
          <a:prstGeom prst="rect">
            <a:avLst/>
          </a:prstGeom>
        </p:spPr>
      </p:pic>
      <p:pic>
        <p:nvPicPr>
          <p:cNvPr id="24" name="SK-3-img-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96404" y="3634126"/>
            <a:ext cx="1699766" cy="725686"/>
          </a:xfrm>
          <a:prstGeom prst="rect">
            <a:avLst/>
          </a:prstGeom>
        </p:spPr>
      </p:pic>
      <p:pic>
        <p:nvPicPr>
          <p:cNvPr id="25" name="SK-3-img-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696170" y="3634126"/>
            <a:ext cx="2549723" cy="725686"/>
          </a:xfrm>
          <a:prstGeom prst="rect">
            <a:avLst/>
          </a:prstGeom>
        </p:spPr>
      </p:pic>
      <p:pic>
        <p:nvPicPr>
          <p:cNvPr id="26" name="SK-3-img-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245894" y="3634126"/>
            <a:ext cx="4037112" cy="725686"/>
          </a:xfrm>
          <a:prstGeom prst="rect">
            <a:avLst/>
          </a:prstGeom>
        </p:spPr>
      </p:pic>
      <p:pic>
        <p:nvPicPr>
          <p:cNvPr id="27" name="SK-3-img-2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283005" y="3634126"/>
            <a:ext cx="2337495" cy="725686"/>
          </a:xfrm>
          <a:prstGeom prst="rect">
            <a:avLst/>
          </a:prstGeom>
        </p:spPr>
      </p:pic>
      <p:pic>
        <p:nvPicPr>
          <p:cNvPr id="28" name="SK-3-img-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1500" y="4359812"/>
            <a:ext cx="424904" cy="809923"/>
          </a:xfrm>
          <a:prstGeom prst="rect">
            <a:avLst/>
          </a:prstGeom>
        </p:spPr>
      </p:pic>
      <p:pic>
        <p:nvPicPr>
          <p:cNvPr id="29" name="SK-3-img-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96404" y="4359812"/>
            <a:ext cx="1699766" cy="809923"/>
          </a:xfrm>
          <a:prstGeom prst="rect">
            <a:avLst/>
          </a:prstGeom>
        </p:spPr>
      </p:pic>
      <p:pic>
        <p:nvPicPr>
          <p:cNvPr id="30" name="SK-3-img-29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696170" y="4359812"/>
            <a:ext cx="2549723" cy="809923"/>
          </a:xfrm>
          <a:prstGeom prst="rect">
            <a:avLst/>
          </a:prstGeom>
        </p:spPr>
      </p:pic>
      <p:pic>
        <p:nvPicPr>
          <p:cNvPr id="31" name="SK-3-img-30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245894" y="4359812"/>
            <a:ext cx="4037112" cy="809923"/>
          </a:xfrm>
          <a:prstGeom prst="rect">
            <a:avLst/>
          </a:prstGeom>
        </p:spPr>
      </p:pic>
      <p:pic>
        <p:nvPicPr>
          <p:cNvPr id="32" name="SK-3-img-31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283005" y="4359812"/>
            <a:ext cx="2337495" cy="809923"/>
          </a:xfrm>
          <a:prstGeom prst="rect">
            <a:avLst/>
          </a:prstGeom>
        </p:spPr>
      </p:pic>
      <p:pic>
        <p:nvPicPr>
          <p:cNvPr id="33" name="SK-3-img-32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71500" y="6254692"/>
            <a:ext cx="11049000" cy="457200"/>
          </a:xfrm>
          <a:prstGeom prst="rect">
            <a:avLst/>
          </a:prstGeom>
        </p:spPr>
      </p:pic>
      <p:pic>
        <p:nvPicPr>
          <p:cNvPr id="34" name="SK-3-img-33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85800" y="6407092"/>
            <a:ext cx="190500" cy="152400"/>
          </a:xfrm>
          <a:prstGeom prst="rect">
            <a:avLst/>
          </a:prstGeom>
        </p:spPr>
      </p:pic>
      <p:sp>
        <p:nvSpPr>
          <p:cNvPr id="35" name="SK-3-text-34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6" name="SK-3-text-35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A-1. </a:t>
            </a:r>
            <a:r>
              <a:rPr lang="ko-KR" alt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</a:t>
            </a: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식별: </a:t>
            </a:r>
            <a:r>
              <a:rPr lang="ko-KR" alt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보이지 않는 것의 방치</a:t>
            </a:r>
            <a:endParaRPr lang="en-US" sz="2550" dirty="0"/>
          </a:p>
        </p:txBody>
      </p:sp>
      <p:sp>
        <p:nvSpPr>
          <p:cNvPr id="37" name="SK-3-text-36"/>
          <p:cNvSpPr/>
          <p:nvPr/>
        </p:nvSpPr>
        <p:spPr>
          <a:xfrm>
            <a:off x="533400" y="1739842"/>
            <a:ext cx="272504" cy="4429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</a:t>
            </a:r>
            <a:endParaRPr lang="en-US" sz="1125" dirty="0"/>
          </a:p>
        </p:txBody>
      </p:sp>
      <p:sp>
        <p:nvSpPr>
          <p:cNvPr id="38" name="SK-3-text-37"/>
          <p:cNvSpPr/>
          <p:nvPr/>
        </p:nvSpPr>
        <p:spPr>
          <a:xfrm>
            <a:off x="1110704" y="1739842"/>
            <a:ext cx="1547366" cy="4429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이상징후</a:t>
            </a:r>
            <a:endParaRPr lang="en-US" sz="1125" dirty="0"/>
          </a:p>
        </p:txBody>
      </p:sp>
      <p:sp>
        <p:nvSpPr>
          <p:cNvPr id="39" name="SK-3-text-38"/>
          <p:cNvSpPr/>
          <p:nvPr/>
        </p:nvSpPr>
        <p:spPr>
          <a:xfrm>
            <a:off x="2810470" y="1739842"/>
            <a:ext cx="2397323" cy="4429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보고(겉)</a:t>
            </a:r>
            <a:endParaRPr lang="en-US" sz="1125" dirty="0"/>
          </a:p>
        </p:txBody>
      </p:sp>
      <p:sp>
        <p:nvSpPr>
          <p:cNvPr id="40" name="SK-3-text-39"/>
          <p:cNvSpPr/>
          <p:nvPr/>
        </p:nvSpPr>
        <p:spPr>
          <a:xfrm>
            <a:off x="5360194" y="1739842"/>
            <a:ext cx="3884712" cy="4429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실제(속)</a:t>
            </a:r>
            <a:endParaRPr lang="en-US" sz="1125" dirty="0"/>
          </a:p>
        </p:txBody>
      </p:sp>
      <p:sp>
        <p:nvSpPr>
          <p:cNvPr id="41" name="SK-3-text-40"/>
          <p:cNvSpPr/>
          <p:nvPr/>
        </p:nvSpPr>
        <p:spPr>
          <a:xfrm>
            <a:off x="9397305" y="1739842"/>
            <a:ext cx="2185095" cy="4429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</a:t>
            </a:r>
            <a:endParaRPr lang="en-US" sz="1125" dirty="0"/>
          </a:p>
        </p:txBody>
      </p:sp>
      <p:sp>
        <p:nvSpPr>
          <p:cNvPr id="42" name="SK-3-text-41"/>
          <p:cNvSpPr/>
          <p:nvPr/>
        </p:nvSpPr>
        <p:spPr>
          <a:xfrm>
            <a:off x="533400" y="2182755"/>
            <a:ext cx="272504" cy="7256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9CA3AF"/>
                </a:solidFill>
              </a:rPr>
              <a:t>6</a:t>
            </a:r>
            <a:endParaRPr lang="en-US" sz="1125" dirty="0"/>
          </a:p>
        </p:txBody>
      </p:sp>
      <p:sp>
        <p:nvSpPr>
          <p:cNvPr id="43" name="SK-3-text-42"/>
          <p:cNvSpPr/>
          <p:nvPr/>
        </p:nvSpPr>
        <p:spPr>
          <a:xfrm>
            <a:off x="1110704" y="2182755"/>
            <a:ext cx="1547366" cy="7256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통제 정상</a:t>
            </a:r>
            <a:endParaRPr lang="en-US" sz="1125" dirty="0"/>
          </a:p>
        </p:txBody>
      </p:sp>
      <p:sp>
        <p:nvSpPr>
          <p:cNvPr id="44" name="SK-3-text-43"/>
          <p:cNvSpPr/>
          <p:nvPr/>
        </p:nvSpPr>
        <p:spPr>
          <a:xfrm>
            <a:off x="3046214" y="2297055"/>
            <a:ext cx="17716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정식 CR 12건</a:t>
            </a:r>
            <a:endParaRPr lang="en-US" sz="1125" dirty="0"/>
          </a:p>
        </p:txBody>
      </p:sp>
      <p:sp>
        <p:nvSpPr>
          <p:cNvPr id="45" name="SK-3-text-44"/>
          <p:cNvSpPr/>
          <p:nvPr/>
        </p:nvSpPr>
        <p:spPr>
          <a:xfrm>
            <a:off x="5360194" y="2297055"/>
            <a:ext cx="20193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변경 35건</a:t>
            </a:r>
            <a:endParaRPr lang="en-US" sz="1125" dirty="0"/>
          </a:p>
        </p:txBody>
      </p:sp>
      <p:sp>
        <p:nvSpPr>
          <p:cNvPr id="46" name="SK-3-text-45"/>
          <p:cNvSpPr/>
          <p:nvPr/>
        </p:nvSpPr>
        <p:spPr>
          <a:xfrm>
            <a:off x="5360194" y="2530417"/>
            <a:ext cx="306324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 미등록, 영향평가 수행 0건</a:t>
            </a:r>
            <a:endParaRPr lang="en-US" sz="1050" dirty="0"/>
          </a:p>
        </p:txBody>
      </p:sp>
      <p:sp>
        <p:nvSpPr>
          <p:cNvPr id="47" name="SK-3-textBg-46"/>
          <p:cNvSpPr/>
          <p:nvPr/>
        </p:nvSpPr>
        <p:spPr>
          <a:xfrm>
            <a:off x="9397305" y="2297055"/>
            <a:ext cx="1657350" cy="252413"/>
          </a:xfrm>
          <a:prstGeom prst="roundRect">
            <a:avLst>
              <a:gd name="adj" fmla="val 7547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K-3-text-47"/>
          <p:cNvSpPr/>
          <p:nvPr/>
        </p:nvSpPr>
        <p:spPr>
          <a:xfrm>
            <a:off x="9454455" y="2297055"/>
            <a:ext cx="273754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05_change_requests</a:t>
            </a:r>
            <a:endParaRPr lang="en-US" sz="1125" dirty="0"/>
          </a:p>
        </p:txBody>
      </p:sp>
      <p:sp>
        <p:nvSpPr>
          <p:cNvPr id="49" name="SK-3-text-48"/>
          <p:cNvSpPr/>
          <p:nvPr/>
        </p:nvSpPr>
        <p:spPr>
          <a:xfrm>
            <a:off x="533400" y="2908440"/>
            <a:ext cx="272504" cy="7256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9CA3AF"/>
                </a:solidFill>
              </a:rPr>
              <a:t>7</a:t>
            </a:r>
            <a:endParaRPr lang="en-US" sz="1125" dirty="0"/>
          </a:p>
        </p:txBody>
      </p:sp>
      <p:sp>
        <p:nvSpPr>
          <p:cNvPr id="50" name="SK-3-text-49"/>
          <p:cNvSpPr/>
          <p:nvPr/>
        </p:nvSpPr>
        <p:spPr>
          <a:xfrm>
            <a:off x="1110704" y="2908440"/>
            <a:ext cx="1560118" cy="7256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편익(BEN) 관리</a:t>
            </a:r>
            <a:endParaRPr lang="en-US" sz="1125" dirty="0"/>
          </a:p>
        </p:txBody>
      </p:sp>
      <p:sp>
        <p:nvSpPr>
          <p:cNvPr id="51" name="SK-3-text-50"/>
          <p:cNvSpPr/>
          <p:nvPr/>
        </p:nvSpPr>
        <p:spPr>
          <a:xfrm>
            <a:off x="2810470" y="3032265"/>
            <a:ext cx="24765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125" dirty="0"/>
          </a:p>
        </p:txBody>
      </p:sp>
      <p:sp>
        <p:nvSpPr>
          <p:cNvPr id="52" name="SK-3-text-51"/>
          <p:cNvSpPr/>
          <p:nvPr/>
        </p:nvSpPr>
        <p:spPr>
          <a:xfrm>
            <a:off x="5360194" y="3022740"/>
            <a:ext cx="17335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5건 전부 미측정</a:t>
            </a:r>
            <a:endParaRPr lang="en-US" sz="1125" dirty="0"/>
          </a:p>
        </p:txBody>
      </p:sp>
      <p:sp>
        <p:nvSpPr>
          <p:cNvPr id="53" name="SK-3-text-52"/>
          <p:cNvSpPr/>
          <p:nvPr/>
        </p:nvSpPr>
        <p:spPr>
          <a:xfrm>
            <a:off x="5360194" y="3256103"/>
            <a:ext cx="311658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측정체계 자체가 없음 (방치 상태)</a:t>
            </a:r>
            <a:endParaRPr lang="en-US" sz="1050" dirty="0"/>
          </a:p>
        </p:txBody>
      </p:sp>
      <p:sp>
        <p:nvSpPr>
          <p:cNvPr id="54" name="SK-3-textBg-53"/>
          <p:cNvSpPr/>
          <p:nvPr/>
        </p:nvSpPr>
        <p:spPr>
          <a:xfrm>
            <a:off x="9397305" y="3022740"/>
            <a:ext cx="1743075" cy="252413"/>
          </a:xfrm>
          <a:prstGeom prst="roundRect">
            <a:avLst>
              <a:gd name="adj" fmla="val 7547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K-3-text-54"/>
          <p:cNvSpPr/>
          <p:nvPr/>
        </p:nvSpPr>
        <p:spPr>
          <a:xfrm>
            <a:off x="9454455" y="3022740"/>
            <a:ext cx="273754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02_benefit_register</a:t>
            </a:r>
            <a:endParaRPr lang="en-US" sz="1125" dirty="0"/>
          </a:p>
        </p:txBody>
      </p:sp>
      <p:sp>
        <p:nvSpPr>
          <p:cNvPr id="56" name="SK-3-text-55"/>
          <p:cNvSpPr/>
          <p:nvPr/>
        </p:nvSpPr>
        <p:spPr>
          <a:xfrm>
            <a:off x="533400" y="3634126"/>
            <a:ext cx="272504" cy="7256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9CA3AF"/>
                </a:solidFill>
              </a:rPr>
              <a:t>8</a:t>
            </a:r>
            <a:endParaRPr lang="en-US" sz="1125" dirty="0"/>
          </a:p>
        </p:txBody>
      </p:sp>
      <p:sp>
        <p:nvSpPr>
          <p:cNvPr id="57" name="SK-3-text-56"/>
          <p:cNvSpPr/>
          <p:nvPr/>
        </p:nvSpPr>
        <p:spPr>
          <a:xfrm>
            <a:off x="1110704" y="3634126"/>
            <a:ext cx="1547366" cy="7256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리스크</a:t>
            </a:r>
            <a:endParaRPr lang="en-US" sz="1125" dirty="0"/>
          </a:p>
        </p:txBody>
      </p:sp>
      <p:sp>
        <p:nvSpPr>
          <p:cNvPr id="58" name="SK-3-text-57"/>
          <p:cNvSpPr/>
          <p:nvPr/>
        </p:nvSpPr>
        <p:spPr>
          <a:xfrm>
            <a:off x="2810470" y="3748426"/>
            <a:ext cx="16192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리스크대장 미등록</a:t>
            </a:r>
            <a:endParaRPr lang="en-US" sz="1125" dirty="0"/>
          </a:p>
        </p:txBody>
      </p:sp>
      <p:sp>
        <p:nvSpPr>
          <p:cNvPr id="59" name="SK-3-text-58"/>
          <p:cNvSpPr/>
          <p:nvPr/>
        </p:nvSpPr>
        <p:spPr>
          <a:xfrm>
            <a:off x="5360194" y="3748426"/>
            <a:ext cx="48196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Helion v3 EOL = 배포일(9/30)</a:t>
            </a:r>
            <a:endParaRPr lang="en-US" sz="1125" dirty="0"/>
          </a:p>
        </p:txBody>
      </p:sp>
      <p:sp>
        <p:nvSpPr>
          <p:cNvPr id="60" name="SK-3-text-59"/>
          <p:cNvSpPr/>
          <p:nvPr/>
        </p:nvSpPr>
        <p:spPr>
          <a:xfrm>
            <a:off x="5360194" y="3981789"/>
            <a:ext cx="348996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마이그레이션 필요 기간 2~4주 누락</a:t>
            </a:r>
            <a:endParaRPr lang="en-US" sz="1050" dirty="0"/>
          </a:p>
        </p:txBody>
      </p:sp>
      <p:sp>
        <p:nvSpPr>
          <p:cNvPr id="61" name="SK-3-textBg-60"/>
          <p:cNvSpPr/>
          <p:nvPr/>
        </p:nvSpPr>
        <p:spPr>
          <a:xfrm>
            <a:off x="9397305" y="3748426"/>
            <a:ext cx="457200" cy="252413"/>
          </a:xfrm>
          <a:prstGeom prst="roundRect">
            <a:avLst>
              <a:gd name="adj" fmla="val 7547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K-3-text-61"/>
          <p:cNvSpPr/>
          <p:nvPr/>
        </p:nvSpPr>
        <p:spPr>
          <a:xfrm>
            <a:off x="9454455" y="3748426"/>
            <a:ext cx="6858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E-02</a:t>
            </a:r>
            <a:endParaRPr lang="en-US" sz="1125" dirty="0"/>
          </a:p>
        </p:txBody>
      </p:sp>
      <p:sp>
        <p:nvSpPr>
          <p:cNvPr id="63" name="SK-3-text-62"/>
          <p:cNvSpPr/>
          <p:nvPr/>
        </p:nvSpPr>
        <p:spPr>
          <a:xfrm>
            <a:off x="533400" y="4359812"/>
            <a:ext cx="272504" cy="80992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9CA3AF"/>
                </a:solidFill>
              </a:rPr>
              <a:t>9</a:t>
            </a:r>
            <a:endParaRPr lang="en-US" sz="1125" dirty="0"/>
          </a:p>
        </p:txBody>
      </p:sp>
      <p:sp>
        <p:nvSpPr>
          <p:cNvPr id="64" name="SK-3-text-63"/>
          <p:cNvSpPr/>
          <p:nvPr/>
        </p:nvSpPr>
        <p:spPr>
          <a:xfrm>
            <a:off x="1110704" y="4359812"/>
            <a:ext cx="1547366" cy="80992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소통</a:t>
            </a:r>
            <a:endParaRPr lang="en-US" sz="1125" dirty="0"/>
          </a:p>
        </p:txBody>
      </p:sp>
      <p:sp>
        <p:nvSpPr>
          <p:cNvPr id="65" name="SK-3-text-64"/>
          <p:cNvSpPr/>
          <p:nvPr/>
        </p:nvSpPr>
        <p:spPr>
          <a:xfrm>
            <a:off x="2810470" y="4483637"/>
            <a:ext cx="24765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125" dirty="0"/>
          </a:p>
        </p:txBody>
      </p:sp>
      <p:sp>
        <p:nvSpPr>
          <p:cNvPr id="66" name="SK-3-text-65"/>
          <p:cNvSpPr/>
          <p:nvPr/>
        </p:nvSpPr>
        <p:spPr>
          <a:xfrm>
            <a:off x="5360194" y="4474112"/>
            <a:ext cx="20764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불일치 5건</a:t>
            </a:r>
            <a:endParaRPr lang="en-US" sz="1125" dirty="0"/>
          </a:p>
        </p:txBody>
      </p:sp>
      <p:sp>
        <p:nvSpPr>
          <p:cNvPr id="67" name="SK-3-text-66"/>
          <p:cNvSpPr/>
          <p:nvPr/>
        </p:nvSpPr>
        <p:spPr>
          <a:xfrm>
            <a:off x="5360194" y="4707475"/>
            <a:ext cx="370332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리전(미국, 인도, 한국) 간 충돌</a:t>
            </a:r>
            <a:endParaRPr lang="en-US" sz="1050" dirty="0"/>
          </a:p>
        </p:txBody>
      </p:sp>
      <p:sp>
        <p:nvSpPr>
          <p:cNvPr id="68" name="SK-3-textBg-67"/>
          <p:cNvSpPr/>
          <p:nvPr/>
        </p:nvSpPr>
        <p:spPr>
          <a:xfrm>
            <a:off x="9397305" y="4474112"/>
            <a:ext cx="1400175" cy="252413"/>
          </a:xfrm>
          <a:prstGeom prst="roundRect">
            <a:avLst>
              <a:gd name="adj" fmla="val 7547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K-3-text-68"/>
          <p:cNvSpPr/>
          <p:nvPr/>
        </p:nvSpPr>
        <p:spPr>
          <a:xfrm>
            <a:off x="9454455" y="4474112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12_decision_log</a:t>
            </a:r>
            <a:endParaRPr lang="en-US" sz="1125" dirty="0"/>
          </a:p>
        </p:txBody>
      </p:sp>
      <p:sp>
        <p:nvSpPr>
          <p:cNvPr id="70" name="SK-3-text-69"/>
          <p:cNvSpPr/>
          <p:nvPr/>
        </p:nvSpPr>
        <p:spPr>
          <a:xfrm>
            <a:off x="9397305" y="4802725"/>
            <a:ext cx="2794695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DEC-04,05,06,07,11</a:t>
            </a:r>
            <a:endParaRPr lang="en-US" sz="900" dirty="0"/>
          </a:p>
        </p:txBody>
      </p:sp>
      <p:sp>
        <p:nvSpPr>
          <p:cNvPr id="71" name="SK-3-text-70"/>
          <p:cNvSpPr/>
          <p:nvPr/>
        </p:nvSpPr>
        <p:spPr>
          <a:xfrm>
            <a:off x="533400" y="5169735"/>
            <a:ext cx="272504" cy="8944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9CA3AF"/>
                </a:solidFill>
              </a:rPr>
              <a:t>10</a:t>
            </a:r>
            <a:endParaRPr lang="en-US" sz="1125" dirty="0"/>
          </a:p>
        </p:txBody>
      </p:sp>
      <p:sp>
        <p:nvSpPr>
          <p:cNvPr id="72" name="SK-3-text-71"/>
          <p:cNvSpPr/>
          <p:nvPr/>
        </p:nvSpPr>
        <p:spPr>
          <a:xfrm>
            <a:off x="1110704" y="5169735"/>
            <a:ext cx="1547366" cy="8944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보고</a:t>
            </a:r>
            <a:endParaRPr lang="en-US" sz="1125" dirty="0"/>
          </a:p>
        </p:txBody>
      </p:sp>
      <p:sp>
        <p:nvSpPr>
          <p:cNvPr id="73" name="SK-3-text-72"/>
          <p:cNvSpPr/>
          <p:nvPr/>
        </p:nvSpPr>
        <p:spPr>
          <a:xfrm>
            <a:off x="2810470" y="5303085"/>
            <a:ext cx="199644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스티어링 아젠다 미포함</a:t>
            </a:r>
            <a:endParaRPr lang="en-US" sz="1050" dirty="0"/>
          </a:p>
        </p:txBody>
      </p:sp>
      <p:sp>
        <p:nvSpPr>
          <p:cNvPr id="74" name="SK-3-text-73"/>
          <p:cNvSpPr/>
          <p:nvPr/>
        </p:nvSpPr>
        <p:spPr>
          <a:xfrm>
            <a:off x="5360194" y="5284035"/>
            <a:ext cx="21336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사업장 로봇 가동 중단</a:t>
            </a:r>
            <a:endParaRPr lang="en-US" sz="1125" dirty="0"/>
          </a:p>
        </p:txBody>
      </p:sp>
      <p:sp>
        <p:nvSpPr>
          <p:cNvPr id="75" name="SK-3-text-74"/>
          <p:cNvSpPr/>
          <p:nvPr/>
        </p:nvSpPr>
        <p:spPr>
          <a:xfrm>
            <a:off x="5360194" y="5517397"/>
            <a:ext cx="450342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임무시도 급감 (2,140건 → 573건)</a:t>
            </a:r>
            <a:endParaRPr lang="en-US" sz="1050" dirty="0"/>
          </a:p>
        </p:txBody>
      </p:sp>
      <p:sp>
        <p:nvSpPr>
          <p:cNvPr id="76" name="SK-3-textBg-75"/>
          <p:cNvSpPr/>
          <p:nvPr/>
        </p:nvSpPr>
        <p:spPr>
          <a:xfrm>
            <a:off x="9397305" y="5284035"/>
            <a:ext cx="1143000" cy="252413"/>
          </a:xfrm>
          <a:prstGeom prst="roundRect">
            <a:avLst>
              <a:gd name="adj" fmla="val 7547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K-3-text-76"/>
          <p:cNvSpPr/>
          <p:nvPr/>
        </p:nvSpPr>
        <p:spPr>
          <a:xfrm>
            <a:off x="9454455" y="5284035"/>
            <a:ext cx="20574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09_telemetry</a:t>
            </a:r>
            <a:endParaRPr lang="en-US" sz="1125" dirty="0"/>
          </a:p>
        </p:txBody>
      </p:sp>
      <p:sp>
        <p:nvSpPr>
          <p:cNvPr id="78" name="SK-3-textBg-77"/>
          <p:cNvSpPr/>
          <p:nvPr/>
        </p:nvSpPr>
        <p:spPr>
          <a:xfrm>
            <a:off x="9397305" y="5574547"/>
            <a:ext cx="1228725" cy="252413"/>
          </a:xfrm>
          <a:prstGeom prst="roundRect">
            <a:avLst>
              <a:gd name="adj" fmla="val 7547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K-3-text-78"/>
          <p:cNvSpPr/>
          <p:nvPr/>
        </p:nvSpPr>
        <p:spPr>
          <a:xfrm>
            <a:off x="9454455" y="5574547"/>
            <a:ext cx="22288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15_governance</a:t>
            </a:r>
            <a:endParaRPr lang="en-US" sz="1125" dirty="0"/>
          </a:p>
        </p:txBody>
      </p:sp>
      <p:sp>
        <p:nvSpPr>
          <p:cNvPr id="80" name="SK-3-text-79"/>
          <p:cNvSpPr/>
          <p:nvPr/>
        </p:nvSpPr>
        <p:spPr>
          <a:xfrm>
            <a:off x="952500" y="6368992"/>
            <a:ext cx="10820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왜곡 </a:t>
            </a:r>
            <a:r>
              <a:rPr lang="en-US" altLang="ko-KR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</a:t>
            </a:r>
            <a:r>
              <a:rPr lang="ko-KR" altLang="en-US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방치 </a:t>
            </a:r>
            <a:r>
              <a:rPr lang="en-US" altLang="ko-KR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 "</a:t>
            </a:r>
            <a:r>
              <a:rPr lang="ko-KR" altLang="en-US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맹목</a:t>
            </a:r>
            <a:r>
              <a:rPr lang="en-US" altLang="ko-KR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</a:t>
            </a:r>
            <a:r>
              <a:rPr lang="ko-KR" altLang="en-US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완성</a:t>
            </a:r>
            <a:endParaRPr lang="en-US" sz="1200" dirty="0"/>
          </a:p>
        </p:txBody>
      </p:sp>
      <p:pic>
        <p:nvPicPr>
          <p:cNvPr id="81" name="SK-2-img-5" descr="preencoded.png">
            <a:extLst>
              <a:ext uri="{FF2B5EF4-FFF2-40B4-BE49-F238E27FC236}">
                <a16:creationId xmlns:a16="http://schemas.microsoft.com/office/drawing/2014/main" id="{0C1979D7-2178-2564-9E0F-224A15228368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1371600"/>
            <a:ext cx="11049000" cy="242888"/>
          </a:xfrm>
          <a:prstGeom prst="rect">
            <a:avLst/>
          </a:prstGeom>
        </p:spPr>
      </p:pic>
      <p:sp>
        <p:nvSpPr>
          <p:cNvPr id="82" name="SK-2-text-52">
            <a:extLst>
              <a:ext uri="{FF2B5EF4-FFF2-40B4-BE49-F238E27FC236}">
                <a16:creationId xmlns:a16="http://schemas.microsoft.com/office/drawing/2014/main" id="{6FA3D7E1-4D5E-874C-3A58-F13ECECE9FB9}"/>
              </a:ext>
            </a:extLst>
          </p:cNvPr>
          <p:cNvSpPr/>
          <p:nvPr/>
        </p:nvSpPr>
        <p:spPr>
          <a:xfrm>
            <a:off x="723900" y="1371600"/>
            <a:ext cx="1146810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ko-KR" alt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왜곡된 지표 너머에</a:t>
            </a:r>
            <a:r>
              <a:rPr lang="en-US" altLang="ko-KR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아예 보이지 않는 위험이 있다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4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4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47650"/>
            <a:ext cx="2122289" cy="276225"/>
          </a:xfrm>
          <a:prstGeom prst="rect">
            <a:avLst/>
          </a:prstGeom>
        </p:spPr>
      </p:pic>
      <p:pic>
        <p:nvPicPr>
          <p:cNvPr id="5" name="SK-4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381000"/>
            <a:ext cx="8812411" cy="9525"/>
          </a:xfrm>
          <a:prstGeom prst="rect">
            <a:avLst/>
          </a:prstGeom>
        </p:spPr>
      </p:pic>
      <p:pic>
        <p:nvPicPr>
          <p:cNvPr id="6" name="SK-4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266825"/>
            <a:ext cx="11049000" cy="409575"/>
          </a:xfrm>
          <a:prstGeom prst="rect">
            <a:avLst/>
          </a:prstGeom>
        </p:spPr>
      </p:pic>
      <p:pic>
        <p:nvPicPr>
          <p:cNvPr id="7" name="SK-4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1800225"/>
            <a:ext cx="19050" cy="2773561"/>
          </a:xfrm>
          <a:prstGeom prst="rect">
            <a:avLst/>
          </a:prstGeom>
        </p:spPr>
      </p:pic>
      <p:pic>
        <p:nvPicPr>
          <p:cNvPr id="8" name="SK-4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1475" y="1800225"/>
            <a:ext cx="381000" cy="381000"/>
          </a:xfrm>
          <a:prstGeom prst="rect">
            <a:avLst/>
          </a:prstGeom>
        </p:spPr>
      </p:pic>
      <p:pic>
        <p:nvPicPr>
          <p:cNvPr id="9" name="SK-4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075" y="1800225"/>
            <a:ext cx="10639425" cy="598140"/>
          </a:xfrm>
          <a:prstGeom prst="rect">
            <a:avLst/>
          </a:prstGeom>
        </p:spPr>
      </p:pic>
      <p:pic>
        <p:nvPicPr>
          <p:cNvPr id="10" name="SK-4-img-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1475" y="2493615"/>
            <a:ext cx="381000" cy="381000"/>
          </a:xfrm>
          <a:prstGeom prst="rect">
            <a:avLst/>
          </a:prstGeom>
        </p:spPr>
      </p:pic>
      <p:pic>
        <p:nvPicPr>
          <p:cNvPr id="11" name="SK-4-img-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075" y="2493615"/>
            <a:ext cx="10639425" cy="598140"/>
          </a:xfrm>
          <a:prstGeom prst="rect">
            <a:avLst/>
          </a:prstGeom>
        </p:spPr>
      </p:pic>
      <p:pic>
        <p:nvPicPr>
          <p:cNvPr id="12" name="SK-4-img-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1475" y="3187005"/>
            <a:ext cx="381000" cy="381000"/>
          </a:xfrm>
          <a:prstGeom prst="rect">
            <a:avLst/>
          </a:prstGeom>
        </p:spPr>
      </p:pic>
      <p:pic>
        <p:nvPicPr>
          <p:cNvPr id="13" name="SK-4-img-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1075" y="3187005"/>
            <a:ext cx="10639425" cy="598140"/>
          </a:xfrm>
          <a:prstGeom prst="rect">
            <a:avLst/>
          </a:prstGeom>
        </p:spPr>
      </p:pic>
      <p:pic>
        <p:nvPicPr>
          <p:cNvPr id="14" name="SK-4-img-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1475" y="3880396"/>
            <a:ext cx="381000" cy="381000"/>
          </a:xfrm>
          <a:prstGeom prst="rect">
            <a:avLst/>
          </a:prstGeom>
        </p:spPr>
      </p:pic>
      <p:pic>
        <p:nvPicPr>
          <p:cNvPr id="15" name="SK-4-img-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1075" y="3880396"/>
            <a:ext cx="10639425" cy="598140"/>
          </a:xfrm>
          <a:prstGeom prst="rect">
            <a:avLst/>
          </a:prstGeom>
        </p:spPr>
      </p:pic>
      <p:pic>
        <p:nvPicPr>
          <p:cNvPr id="16" name="SK-4-img-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4707136"/>
            <a:ext cx="11049000" cy="1643063"/>
          </a:xfrm>
          <a:prstGeom prst="rect">
            <a:avLst/>
          </a:prstGeom>
        </p:spPr>
      </p:pic>
      <p:pic>
        <p:nvPicPr>
          <p:cNvPr id="17" name="SK-4-img-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4859536"/>
            <a:ext cx="285750" cy="228600"/>
          </a:xfrm>
          <a:prstGeom prst="rect">
            <a:avLst/>
          </a:prstGeom>
        </p:spPr>
      </p:pic>
      <p:pic>
        <p:nvPicPr>
          <p:cNvPr id="18" name="SK-4-img-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2000" y="5631061"/>
            <a:ext cx="10668000" cy="304800"/>
          </a:xfrm>
          <a:prstGeom prst="rect">
            <a:avLst/>
          </a:prstGeom>
        </p:spPr>
      </p:pic>
      <p:sp>
        <p:nvSpPr>
          <p:cNvPr id="19" name="SK-4-text-18"/>
          <p:cNvSpPr/>
          <p:nvPr/>
        </p:nvSpPr>
        <p:spPr>
          <a:xfrm>
            <a:off x="647700" y="24765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20" name="SK-4-text-19"/>
          <p:cNvSpPr/>
          <p:nvPr/>
        </p:nvSpPr>
        <p:spPr>
          <a:xfrm>
            <a:off x="571500" y="600075"/>
            <a:ext cx="11210925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A-2. 근본원인 분석: 5-Why 인과 사슬</a:t>
            </a:r>
            <a:endParaRPr lang="en-US" sz="2550" dirty="0"/>
          </a:p>
        </p:txBody>
      </p:sp>
      <p:sp>
        <p:nvSpPr>
          <p:cNvPr id="21" name="SK-4-text-20"/>
          <p:cNvSpPr/>
          <p:nvPr/>
        </p:nvSpPr>
        <p:spPr>
          <a:xfrm>
            <a:off x="762000" y="1371600"/>
            <a:ext cx="119634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</a:rPr>
              <a:t>[표면 현상]</a:t>
            </a:r>
            <a:endParaRPr lang="en-US" sz="1050" dirty="0"/>
          </a:p>
        </p:txBody>
      </p:sp>
      <p:sp>
        <p:nvSpPr>
          <p:cNvPr id="22" name="SK-4-text-21"/>
          <p:cNvSpPr/>
          <p:nvPr/>
        </p:nvSpPr>
        <p:spPr>
          <a:xfrm>
            <a:off x="1676400" y="1343025"/>
            <a:ext cx="83153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6주 연속 하락, 무개입완주율 6.1%, 사업장들이 로봇을 끔</a:t>
            </a:r>
            <a:endParaRPr lang="en-US" sz="1350" dirty="0"/>
          </a:p>
        </p:txBody>
      </p:sp>
      <p:sp>
        <p:nvSpPr>
          <p:cNvPr id="23" name="SK-4-text-22"/>
          <p:cNvSpPr/>
          <p:nvPr/>
        </p:nvSpPr>
        <p:spPr>
          <a:xfrm>
            <a:off x="523875" y="1800225"/>
            <a:ext cx="4762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SK-4-text-23"/>
          <p:cNvSpPr/>
          <p:nvPr/>
        </p:nvSpPr>
        <p:spPr>
          <a:xfrm>
            <a:off x="1133475" y="1876425"/>
            <a:ext cx="1041082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42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WHY? 실사업장 미학습 상황</a:t>
            </a:r>
            <a:endParaRPr lang="en-US" sz="1050" dirty="0"/>
          </a:p>
        </p:txBody>
      </p:sp>
      <p:sp>
        <p:nvSpPr>
          <p:cNvPr id="25" name="SK-4-text-24"/>
          <p:cNvSpPr/>
          <p:nvPr/>
        </p:nvSpPr>
        <p:spPr>
          <a:xfrm>
            <a:off x="1209675" y="2095500"/>
            <a:ext cx="10334625" cy="2266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실사업장 미학습 상황 36.9% — 양재 120개 시나리오에 없는 것들</a:t>
            </a:r>
            <a:endParaRPr lang="en-US" sz="1275" dirty="0"/>
          </a:p>
        </p:txBody>
      </p:sp>
      <p:sp>
        <p:nvSpPr>
          <p:cNvPr id="26" name="SK-4-text-25"/>
          <p:cNvSpPr/>
          <p:nvPr/>
        </p:nvSpPr>
        <p:spPr>
          <a:xfrm>
            <a:off x="504825" y="2493615"/>
            <a:ext cx="4762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SK-4-text-26"/>
          <p:cNvSpPr/>
          <p:nvPr/>
        </p:nvSpPr>
        <p:spPr>
          <a:xfrm>
            <a:off x="1133475" y="2569815"/>
            <a:ext cx="1041082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42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WHY? 성공기준 및 편익 측정 부재</a:t>
            </a:r>
            <a:endParaRPr lang="en-US" sz="1050" dirty="0"/>
          </a:p>
        </p:txBody>
      </p:sp>
      <p:sp>
        <p:nvSpPr>
          <p:cNvPr id="28" name="SK-4-text-27"/>
          <p:cNvSpPr/>
          <p:nvPr/>
        </p:nvSpPr>
        <p:spPr>
          <a:xfrm>
            <a:off x="1209675" y="2788890"/>
            <a:ext cx="10415588" cy="2266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성공기준(SC-03)이 정형 테스트베드만 측정 + 편익(BEN) 미측정</a:t>
            </a:r>
            <a:endParaRPr lang="en-US" sz="1275" dirty="0"/>
          </a:p>
        </p:txBody>
      </p:sp>
      <p:sp>
        <p:nvSpPr>
          <p:cNvPr id="29" name="SK-4-text-28"/>
          <p:cNvSpPr/>
          <p:nvPr/>
        </p:nvSpPr>
        <p:spPr>
          <a:xfrm>
            <a:off x="500063" y="3187005"/>
            <a:ext cx="4762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SK-4-text-29"/>
          <p:cNvSpPr/>
          <p:nvPr/>
        </p:nvSpPr>
        <p:spPr>
          <a:xfrm>
            <a:off x="1133475" y="3263205"/>
            <a:ext cx="1041082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42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WHY? 관리적 편의주의</a:t>
            </a:r>
            <a:endParaRPr lang="en-US" sz="1050" dirty="0"/>
          </a:p>
        </p:txBody>
      </p:sp>
      <p:sp>
        <p:nvSpPr>
          <p:cNvPr id="31" name="SK-4-text-30"/>
          <p:cNvSpPr/>
          <p:nvPr/>
        </p:nvSpPr>
        <p:spPr>
          <a:xfrm>
            <a:off x="1209675" y="3482280"/>
            <a:ext cx="10415588" cy="2266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PM이 "측정 가능한 것만 측정"하고 그것만 관리 → 불편한 신호 차단</a:t>
            </a:r>
            <a:endParaRPr lang="en-US" sz="1275" dirty="0"/>
          </a:p>
        </p:txBody>
      </p:sp>
      <p:sp>
        <p:nvSpPr>
          <p:cNvPr id="32" name="SK-4-text-31"/>
          <p:cNvSpPr/>
          <p:nvPr/>
        </p:nvSpPr>
        <p:spPr>
          <a:xfrm>
            <a:off x="500063" y="3880396"/>
            <a:ext cx="4762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SK-4-text-32"/>
          <p:cNvSpPr/>
          <p:nvPr/>
        </p:nvSpPr>
        <p:spPr>
          <a:xfrm>
            <a:off x="1133475" y="3956596"/>
            <a:ext cx="1041082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42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WHY? 의사결정 파편화 및 무검토</a:t>
            </a:r>
            <a:endParaRPr lang="en-US" sz="1050" dirty="0"/>
          </a:p>
        </p:txBody>
      </p:sp>
      <p:sp>
        <p:nvSpPr>
          <p:cNvPr id="34" name="SK-4-text-33"/>
          <p:cNvSpPr/>
          <p:nvPr/>
        </p:nvSpPr>
        <p:spPr>
          <a:xfrm>
            <a:off x="1209675" y="4175671"/>
            <a:ext cx="10415588" cy="2266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의사결정이 분산(메신저/구두/지역별 상이) + AI 자동보고를 무비판 수용</a:t>
            </a:r>
            <a:endParaRPr lang="en-US" sz="1275" dirty="0"/>
          </a:p>
        </p:txBody>
      </p:sp>
      <p:sp>
        <p:nvSpPr>
          <p:cNvPr id="35" name="SK-4-text-34"/>
          <p:cNvSpPr/>
          <p:nvPr/>
        </p:nvSpPr>
        <p:spPr>
          <a:xfrm>
            <a:off x="1162050" y="4830961"/>
            <a:ext cx="23812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ROOT CAUSE</a:t>
            </a:r>
            <a:endParaRPr lang="en-US" sz="1500" dirty="0"/>
          </a:p>
        </p:txBody>
      </p:sp>
      <p:sp>
        <p:nvSpPr>
          <p:cNvPr id="36" name="SK-4-text-35"/>
          <p:cNvSpPr/>
          <p:nvPr/>
        </p:nvSpPr>
        <p:spPr>
          <a:xfrm>
            <a:off x="762000" y="5192911"/>
            <a:ext cx="107823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kern="0" spc="-1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 측정이 관리를 대체했다 (Goodhart's Law)</a:t>
            </a:r>
            <a:endParaRPr lang="en-US" sz="1800" dirty="0"/>
          </a:p>
        </p:txBody>
      </p:sp>
      <p:sp>
        <p:nvSpPr>
          <p:cNvPr id="37" name="SK-4-text-36"/>
          <p:cNvSpPr/>
          <p:nvPr/>
        </p:nvSpPr>
        <p:spPr>
          <a:xfrm>
            <a:off x="762000" y="5631061"/>
            <a:ext cx="10744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6B6D4"/>
                </a:solidFill>
              </a:rPr>
              <a:t>"지표가 목표가 되면, 좋은 지표이기를 멈춘다"</a:t>
            </a:r>
            <a:endParaRPr lang="en-US" sz="1200" dirty="0"/>
          </a:p>
        </p:txBody>
      </p:sp>
      <p:sp>
        <p:nvSpPr>
          <p:cNvPr id="38" name="SK-4-text-37"/>
          <p:cNvSpPr/>
          <p:nvPr/>
        </p:nvSpPr>
        <p:spPr>
          <a:xfrm>
            <a:off x="762000" y="6012061"/>
            <a:ext cx="107442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프로젝트의 진짜 목적(고객 가치 전달)이 아닌, 보고 체계 유지가 목적이 되었다.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5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5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28600"/>
            <a:ext cx="2122289" cy="276225"/>
          </a:xfrm>
          <a:prstGeom prst="rect">
            <a:avLst/>
          </a:prstGeom>
        </p:spPr>
      </p:pic>
      <p:pic>
        <p:nvPicPr>
          <p:cNvPr id="5" name="SK-5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361950"/>
            <a:ext cx="8812411" cy="9525"/>
          </a:xfrm>
          <a:prstGeom prst="rect">
            <a:avLst/>
          </a:prstGeom>
        </p:spPr>
      </p:pic>
      <p:pic>
        <p:nvPicPr>
          <p:cNvPr id="6" name="SK-5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181100"/>
            <a:ext cx="3555950" cy="2019300"/>
          </a:xfrm>
          <a:prstGeom prst="rect">
            <a:avLst/>
          </a:prstGeom>
        </p:spPr>
      </p:pic>
      <p:pic>
        <p:nvPicPr>
          <p:cNvPr id="7" name="SK-5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247775"/>
            <a:ext cx="3327350" cy="304800"/>
          </a:xfrm>
          <a:prstGeom prst="rect">
            <a:avLst/>
          </a:prstGeom>
        </p:spPr>
      </p:pic>
      <p:pic>
        <p:nvPicPr>
          <p:cNvPr id="8" name="SK-5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1298377"/>
            <a:ext cx="190500" cy="155823"/>
          </a:xfrm>
          <a:prstGeom prst="rect">
            <a:avLst/>
          </a:prstGeom>
        </p:spPr>
      </p:pic>
      <p:pic>
        <p:nvPicPr>
          <p:cNvPr id="9" name="SK-5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1619250"/>
            <a:ext cx="3327350" cy="733425"/>
          </a:xfrm>
          <a:prstGeom prst="rect">
            <a:avLst/>
          </a:prstGeom>
        </p:spPr>
      </p:pic>
      <p:pic>
        <p:nvPicPr>
          <p:cNvPr id="10" name="SK-5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2400300"/>
            <a:ext cx="3327350" cy="733425"/>
          </a:xfrm>
          <a:prstGeom prst="rect">
            <a:avLst/>
          </a:prstGeom>
        </p:spPr>
      </p:pic>
      <p:pic>
        <p:nvPicPr>
          <p:cNvPr id="11" name="SK-5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17950" y="1181100"/>
            <a:ext cx="3555950" cy="2019300"/>
          </a:xfrm>
          <a:prstGeom prst="rect">
            <a:avLst/>
          </a:prstGeom>
        </p:spPr>
      </p:pic>
      <p:pic>
        <p:nvPicPr>
          <p:cNvPr id="12" name="SK-5-img-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2250" y="1247775"/>
            <a:ext cx="3327350" cy="304800"/>
          </a:xfrm>
          <a:prstGeom prst="rect">
            <a:avLst/>
          </a:prstGeom>
        </p:spPr>
      </p:pic>
      <p:pic>
        <p:nvPicPr>
          <p:cNvPr id="13" name="SK-5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2250" y="1298377"/>
            <a:ext cx="190500" cy="155823"/>
          </a:xfrm>
          <a:prstGeom prst="rect">
            <a:avLst/>
          </a:prstGeom>
        </p:spPr>
      </p:pic>
      <p:pic>
        <p:nvPicPr>
          <p:cNvPr id="14" name="SK-5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32250" y="1619250"/>
            <a:ext cx="3327350" cy="733425"/>
          </a:xfrm>
          <a:prstGeom prst="rect">
            <a:avLst/>
          </a:prstGeom>
        </p:spPr>
      </p:pic>
      <p:pic>
        <p:nvPicPr>
          <p:cNvPr id="15" name="SK-5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32250" y="2400300"/>
            <a:ext cx="3327350" cy="733425"/>
          </a:xfrm>
          <a:prstGeom prst="rect">
            <a:avLst/>
          </a:prstGeom>
        </p:spPr>
      </p:pic>
      <p:pic>
        <p:nvPicPr>
          <p:cNvPr id="16" name="SK-5-img-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64401" y="1181100"/>
            <a:ext cx="3556099" cy="2019300"/>
          </a:xfrm>
          <a:prstGeom prst="rect">
            <a:avLst/>
          </a:prstGeom>
        </p:spPr>
      </p:pic>
      <p:pic>
        <p:nvPicPr>
          <p:cNvPr id="17" name="SK-5-img-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78701" y="1247775"/>
            <a:ext cx="3327499" cy="304800"/>
          </a:xfrm>
          <a:prstGeom prst="rect">
            <a:avLst/>
          </a:prstGeom>
        </p:spPr>
      </p:pic>
      <p:pic>
        <p:nvPicPr>
          <p:cNvPr id="18" name="SK-5-img-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78701" y="1298377"/>
            <a:ext cx="190500" cy="155823"/>
          </a:xfrm>
          <a:prstGeom prst="rect">
            <a:avLst/>
          </a:prstGeom>
        </p:spPr>
      </p:pic>
      <p:pic>
        <p:nvPicPr>
          <p:cNvPr id="19" name="SK-5-img-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78701" y="1619250"/>
            <a:ext cx="3327499" cy="733425"/>
          </a:xfrm>
          <a:prstGeom prst="rect">
            <a:avLst/>
          </a:prstGeom>
        </p:spPr>
      </p:pic>
      <p:pic>
        <p:nvPicPr>
          <p:cNvPr id="20" name="SK-5-img-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78701" y="2400300"/>
            <a:ext cx="3327499" cy="733425"/>
          </a:xfrm>
          <a:prstGeom prst="rect">
            <a:avLst/>
          </a:prstGeom>
        </p:spPr>
      </p:pic>
      <p:pic>
        <p:nvPicPr>
          <p:cNvPr id="21" name="SK-5-img-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53125" y="3314700"/>
            <a:ext cx="285750" cy="228600"/>
          </a:xfrm>
          <a:prstGeom prst="rect">
            <a:avLst/>
          </a:prstGeom>
        </p:spPr>
      </p:pic>
      <p:pic>
        <p:nvPicPr>
          <p:cNvPr id="22" name="SK-5-img-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3657600"/>
            <a:ext cx="11049000" cy="842963"/>
          </a:xfrm>
          <a:prstGeom prst="rect">
            <a:avLst/>
          </a:prstGeom>
        </p:spPr>
      </p:pic>
      <p:pic>
        <p:nvPicPr>
          <p:cNvPr id="23" name="SK-5-img-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233863" y="3724275"/>
            <a:ext cx="3724275" cy="709613"/>
          </a:xfrm>
          <a:prstGeom prst="rect">
            <a:avLst/>
          </a:prstGeom>
        </p:spPr>
      </p:pic>
      <p:pic>
        <p:nvPicPr>
          <p:cNvPr id="24" name="SK-5-img-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953125" y="4614863"/>
            <a:ext cx="285750" cy="228600"/>
          </a:xfrm>
          <a:prstGeom prst="rect">
            <a:avLst/>
          </a:prstGeom>
        </p:spPr>
      </p:pic>
      <p:pic>
        <p:nvPicPr>
          <p:cNvPr id="25" name="SK-5-img-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957763"/>
            <a:ext cx="11049000" cy="1314450"/>
          </a:xfrm>
          <a:prstGeom prst="rect">
            <a:avLst/>
          </a:prstGeom>
        </p:spPr>
      </p:pic>
      <p:pic>
        <p:nvPicPr>
          <p:cNvPr id="26" name="SK-5-img-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23900" y="5119688"/>
            <a:ext cx="190500" cy="152400"/>
          </a:xfrm>
          <a:prstGeom prst="rect">
            <a:avLst/>
          </a:prstGeom>
        </p:spPr>
      </p:pic>
      <p:pic>
        <p:nvPicPr>
          <p:cNvPr id="27" name="SK-5-img-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23900" y="5405438"/>
            <a:ext cx="2571750" cy="771525"/>
          </a:xfrm>
          <a:prstGeom prst="rect">
            <a:avLst/>
          </a:prstGeom>
        </p:spPr>
      </p:pic>
      <p:pic>
        <p:nvPicPr>
          <p:cNvPr id="28" name="SK-5-img-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448050" y="5405438"/>
            <a:ext cx="2571750" cy="771525"/>
          </a:xfrm>
          <a:prstGeom prst="rect">
            <a:avLst/>
          </a:prstGeom>
        </p:spPr>
      </p:pic>
      <p:pic>
        <p:nvPicPr>
          <p:cNvPr id="29" name="SK-5-img-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172200" y="5405438"/>
            <a:ext cx="2571750" cy="771525"/>
          </a:xfrm>
          <a:prstGeom prst="rect">
            <a:avLst/>
          </a:prstGeom>
        </p:spPr>
      </p:pic>
      <p:pic>
        <p:nvPicPr>
          <p:cNvPr id="30" name="SK-5-img-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896350" y="5405438"/>
            <a:ext cx="2571750" cy="771525"/>
          </a:xfrm>
          <a:prstGeom prst="rect">
            <a:avLst/>
          </a:prstGeom>
        </p:spPr>
      </p:pic>
      <p:sp>
        <p:nvSpPr>
          <p:cNvPr id="31" name="SK-5-text-30"/>
          <p:cNvSpPr/>
          <p:nvPr/>
        </p:nvSpPr>
        <p:spPr>
          <a:xfrm>
            <a:off x="647700" y="2286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2" name="SK-5-text-31"/>
          <p:cNvSpPr/>
          <p:nvPr/>
        </p:nvSpPr>
        <p:spPr>
          <a:xfrm>
            <a:off x="571500" y="581025"/>
            <a:ext cx="11302365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A-3. 인과관계 종합: 시스템 관점의 구조적 결함</a:t>
            </a:r>
            <a:endParaRPr lang="en-US" sz="2550" dirty="0"/>
          </a:p>
        </p:txBody>
      </p:sp>
      <p:sp>
        <p:nvSpPr>
          <p:cNvPr id="33" name="SK-5-text-32"/>
          <p:cNvSpPr/>
          <p:nvPr/>
        </p:nvSpPr>
        <p:spPr>
          <a:xfrm>
            <a:off x="952500" y="1247775"/>
            <a:ext cx="234886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측정 체계의 왜곡</a:t>
            </a:r>
            <a:endParaRPr lang="en-US" sz="1350" dirty="0"/>
          </a:p>
        </p:txBody>
      </p:sp>
      <p:sp>
        <p:nvSpPr>
          <p:cNvPr id="34" name="SK-5-text-33"/>
          <p:cNvSpPr/>
          <p:nvPr/>
        </p:nvSpPr>
        <p:spPr>
          <a:xfrm>
            <a:off x="781050" y="1619250"/>
            <a:ext cx="3136850" cy="733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EVM 분리보고 / 범위 축소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비용 제외, 양재 테스트베드(SC-03) 위주 측정</a:t>
            </a:r>
            <a:endParaRPr lang="en-US" sz="1125" dirty="0"/>
          </a:p>
        </p:txBody>
      </p:sp>
      <p:sp>
        <p:nvSpPr>
          <p:cNvPr id="35" name="SK-5-text-34"/>
          <p:cNvSpPr/>
          <p:nvPr/>
        </p:nvSpPr>
        <p:spPr>
          <a:xfrm>
            <a:off x="781050" y="2400300"/>
            <a:ext cx="3136850" cy="733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편익(Outcome) 미측정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체계 부재로 실사업장 가치 전달 여부 확인 불가</a:t>
            </a:r>
            <a:endParaRPr lang="en-US" sz="1125" dirty="0"/>
          </a:p>
        </p:txBody>
      </p:sp>
      <p:sp>
        <p:nvSpPr>
          <p:cNvPr id="36" name="SK-5-text-35"/>
          <p:cNvSpPr/>
          <p:nvPr/>
        </p:nvSpPr>
        <p:spPr>
          <a:xfrm>
            <a:off x="4698950" y="1247775"/>
            <a:ext cx="234886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변경 통제의 붕괴</a:t>
            </a:r>
            <a:endParaRPr lang="en-US" sz="1350" dirty="0"/>
          </a:p>
        </p:txBody>
      </p:sp>
      <p:sp>
        <p:nvSpPr>
          <p:cNvPr id="37" name="SK-5-text-36"/>
          <p:cNvSpPr/>
          <p:nvPr/>
        </p:nvSpPr>
        <p:spPr>
          <a:xfrm>
            <a:off x="4527500" y="1619250"/>
            <a:ext cx="3136850" cy="733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기준 임의 변경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통과 조건 삭제 → '코드 머지=Done'으로 완료율 부풀림</a:t>
            </a:r>
            <a:endParaRPr lang="en-US" sz="1125" dirty="0"/>
          </a:p>
        </p:txBody>
      </p:sp>
      <p:sp>
        <p:nvSpPr>
          <p:cNvPr id="38" name="SK-5-text-37"/>
          <p:cNvSpPr/>
          <p:nvPr/>
        </p:nvSpPr>
        <p:spPr>
          <a:xfrm>
            <a:off x="4527500" y="2400300"/>
            <a:ext cx="3136850" cy="733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변경(35건) 누적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 미등록 및 영향평가 없이 Baseline 갱신 방치</a:t>
            </a:r>
            <a:endParaRPr lang="en-US" sz="1125" dirty="0"/>
          </a:p>
        </p:txBody>
      </p:sp>
      <p:sp>
        <p:nvSpPr>
          <p:cNvPr id="39" name="SK-5-text-38"/>
          <p:cNvSpPr/>
          <p:nvPr/>
        </p:nvSpPr>
        <p:spPr>
          <a:xfrm>
            <a:off x="8445401" y="1247775"/>
            <a:ext cx="337756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AI 자동화의 무비판 운영</a:t>
            </a:r>
            <a:endParaRPr lang="en-US" sz="1350" dirty="0"/>
          </a:p>
        </p:txBody>
      </p:sp>
      <p:sp>
        <p:nvSpPr>
          <p:cNvPr id="40" name="SK-5-text-39"/>
          <p:cNvSpPr/>
          <p:nvPr/>
        </p:nvSpPr>
        <p:spPr>
          <a:xfrm>
            <a:off x="8273951" y="1619250"/>
            <a:ext cx="3136999" cy="733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관리 형식화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리스크 3건을 근거 없이 Medium으로 자동 하향</a:t>
            </a:r>
            <a:endParaRPr lang="en-US" sz="1125" dirty="0"/>
          </a:p>
        </p:txBody>
      </p:sp>
      <p:sp>
        <p:nvSpPr>
          <p:cNvPr id="41" name="SK-5-text-40"/>
          <p:cNvSpPr/>
          <p:nvPr/>
        </p:nvSpPr>
        <p:spPr>
          <a:xfrm>
            <a:off x="8273951" y="2400300"/>
            <a:ext cx="3136999" cy="733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주간보고 무검토 승인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16주 연속 "전 지표 정상" 반복 보고의 기계적 수용</a:t>
            </a:r>
            <a:endParaRPr lang="en-US" sz="1125" dirty="0"/>
          </a:p>
        </p:txBody>
      </p:sp>
      <p:sp>
        <p:nvSpPr>
          <p:cNvPr id="42" name="SK-5-text-41"/>
          <p:cNvSpPr/>
          <p:nvPr/>
        </p:nvSpPr>
        <p:spPr>
          <a:xfrm>
            <a:off x="4567238" y="3819525"/>
            <a:ext cx="3057525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 GREEN 보고의 항상성 유지</a:t>
            </a:r>
            <a:endParaRPr lang="en-US" sz="1500" dirty="0"/>
          </a:p>
        </p:txBody>
      </p:sp>
      <p:sp>
        <p:nvSpPr>
          <p:cNvPr id="43" name="SK-5-text-42"/>
          <p:cNvSpPr/>
          <p:nvPr/>
        </p:nvSpPr>
        <p:spPr>
          <a:xfrm>
            <a:off x="4576763" y="4124325"/>
            <a:ext cx="3038475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(수박 프로젝트의 완성: 겉은 Green, 속은 Red)</a:t>
            </a:r>
            <a:endParaRPr lang="en-US" sz="1125" dirty="0"/>
          </a:p>
        </p:txBody>
      </p:sp>
      <p:sp>
        <p:nvSpPr>
          <p:cNvPr id="44" name="SK-5-text-43"/>
          <p:cNvSpPr/>
          <p:nvPr/>
        </p:nvSpPr>
        <p:spPr>
          <a:xfrm>
            <a:off x="1009650" y="5053013"/>
            <a:ext cx="35242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결과: 고객 가치 전달 실패</a:t>
            </a:r>
            <a:endParaRPr lang="en-US" sz="1500" dirty="0"/>
          </a:p>
        </p:txBody>
      </p:sp>
      <p:sp>
        <p:nvSpPr>
          <p:cNvPr id="45" name="SK-5-text-44"/>
          <p:cNvSpPr/>
          <p:nvPr/>
        </p:nvSpPr>
        <p:spPr>
          <a:xfrm>
            <a:off x="838200" y="5472113"/>
            <a:ext cx="24193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효율</a:t>
            </a:r>
            <a:endParaRPr lang="en-US" sz="975" dirty="0"/>
          </a:p>
        </p:txBody>
      </p:sp>
      <p:sp>
        <p:nvSpPr>
          <p:cNvPr id="46" name="SK-5-text-45"/>
          <p:cNvSpPr/>
          <p:nvPr/>
        </p:nvSpPr>
        <p:spPr>
          <a:xfrm>
            <a:off x="838200" y="5676900"/>
            <a:ext cx="24193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무개입완주율 6.1%</a:t>
            </a:r>
            <a:endParaRPr lang="en-US" sz="1200" dirty="0"/>
          </a:p>
        </p:txBody>
      </p:sp>
      <p:sp>
        <p:nvSpPr>
          <p:cNvPr id="47" name="SK-5-text-46"/>
          <p:cNvSpPr/>
          <p:nvPr/>
        </p:nvSpPr>
        <p:spPr>
          <a:xfrm>
            <a:off x="838200" y="5924550"/>
            <a:ext cx="24193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성능 급락</a:t>
            </a:r>
            <a:endParaRPr lang="en-US" sz="975" dirty="0"/>
          </a:p>
        </p:txBody>
      </p:sp>
      <p:sp>
        <p:nvSpPr>
          <p:cNvPr id="48" name="SK-5-text-47"/>
          <p:cNvSpPr/>
          <p:nvPr/>
        </p:nvSpPr>
        <p:spPr>
          <a:xfrm>
            <a:off x="3562350" y="5472113"/>
            <a:ext cx="24193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수용도</a:t>
            </a:r>
            <a:endParaRPr lang="en-US" sz="975" dirty="0"/>
          </a:p>
        </p:txBody>
      </p:sp>
      <p:sp>
        <p:nvSpPr>
          <p:cNvPr id="49" name="SK-5-text-48"/>
          <p:cNvSpPr/>
          <p:nvPr/>
        </p:nvSpPr>
        <p:spPr>
          <a:xfrm>
            <a:off x="3562350" y="5676900"/>
            <a:ext cx="2514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임무 시도 73% 감소</a:t>
            </a:r>
            <a:endParaRPr lang="en-US" sz="1200" dirty="0"/>
          </a:p>
        </p:txBody>
      </p:sp>
      <p:sp>
        <p:nvSpPr>
          <p:cNvPr id="50" name="SK-5-text-49"/>
          <p:cNvSpPr/>
          <p:nvPr/>
        </p:nvSpPr>
        <p:spPr>
          <a:xfrm>
            <a:off x="3562350" y="5924550"/>
            <a:ext cx="24193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사업장 이탈 가속화</a:t>
            </a:r>
            <a:endParaRPr lang="en-US" sz="975" dirty="0"/>
          </a:p>
        </p:txBody>
      </p:sp>
      <p:sp>
        <p:nvSpPr>
          <p:cNvPr id="51" name="SK-5-text-50"/>
          <p:cNvSpPr/>
          <p:nvPr/>
        </p:nvSpPr>
        <p:spPr>
          <a:xfrm>
            <a:off x="6286500" y="5472113"/>
            <a:ext cx="24193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가치</a:t>
            </a:r>
            <a:endParaRPr lang="en-US" sz="975" dirty="0"/>
          </a:p>
        </p:txBody>
      </p:sp>
      <p:sp>
        <p:nvSpPr>
          <p:cNvPr id="52" name="SK-5-text-51"/>
          <p:cNvSpPr/>
          <p:nvPr/>
        </p:nvSpPr>
        <p:spPr>
          <a:xfrm>
            <a:off x="6286500" y="5676900"/>
            <a:ext cx="2453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편익(BEN) 달성 불가</a:t>
            </a:r>
            <a:endParaRPr lang="en-US" sz="1200" dirty="0"/>
          </a:p>
        </p:txBody>
      </p:sp>
      <p:sp>
        <p:nvSpPr>
          <p:cNvPr id="53" name="SK-5-text-52"/>
          <p:cNvSpPr/>
          <p:nvPr/>
        </p:nvSpPr>
        <p:spPr>
          <a:xfrm>
            <a:off x="6286500" y="5924550"/>
            <a:ext cx="24193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 근거 상실</a:t>
            </a:r>
            <a:endParaRPr lang="en-US" sz="975" dirty="0"/>
          </a:p>
        </p:txBody>
      </p:sp>
      <p:sp>
        <p:nvSpPr>
          <p:cNvPr id="54" name="SK-5-text-53"/>
          <p:cNvSpPr/>
          <p:nvPr/>
        </p:nvSpPr>
        <p:spPr>
          <a:xfrm>
            <a:off x="9010650" y="5472113"/>
            <a:ext cx="24193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대응</a:t>
            </a:r>
            <a:endParaRPr lang="en-US" sz="975" dirty="0"/>
          </a:p>
        </p:txBody>
      </p:sp>
      <p:sp>
        <p:nvSpPr>
          <p:cNvPr id="55" name="SK-5-text-54"/>
          <p:cNvSpPr/>
          <p:nvPr/>
        </p:nvSpPr>
        <p:spPr>
          <a:xfrm>
            <a:off x="9010650" y="5676900"/>
            <a:ext cx="3002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Helion EOL 대응 불가</a:t>
            </a:r>
            <a:endParaRPr lang="en-US" sz="1200" dirty="0"/>
          </a:p>
        </p:txBody>
      </p:sp>
      <p:sp>
        <p:nvSpPr>
          <p:cNvPr id="56" name="SK-5-text-55"/>
          <p:cNvSpPr/>
          <p:nvPr/>
        </p:nvSpPr>
        <p:spPr>
          <a:xfrm>
            <a:off x="9010650" y="5924550"/>
            <a:ext cx="24193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D-37 배포 위기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6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6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6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"/>
            <a:ext cx="2122289" cy="276225"/>
          </a:xfrm>
          <a:prstGeom prst="rect">
            <a:avLst/>
          </a:prstGeom>
        </p:spPr>
      </p:pic>
      <p:pic>
        <p:nvPicPr>
          <p:cNvPr id="5" name="SK-6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438150"/>
            <a:ext cx="8812411" cy="9525"/>
          </a:xfrm>
          <a:prstGeom prst="rect">
            <a:avLst/>
          </a:prstGeom>
        </p:spPr>
      </p:pic>
      <p:pic>
        <p:nvPicPr>
          <p:cNvPr id="6" name="SK-6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371600"/>
            <a:ext cx="11049000" cy="4011811"/>
          </a:xfrm>
          <a:prstGeom prst="rect">
            <a:avLst/>
          </a:prstGeom>
        </p:spPr>
      </p:pic>
      <p:pic>
        <p:nvPicPr>
          <p:cNvPr id="7" name="SK-6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371600"/>
            <a:ext cx="1657350" cy="404813"/>
          </a:xfrm>
          <a:prstGeom prst="rect">
            <a:avLst/>
          </a:prstGeom>
        </p:spPr>
      </p:pic>
      <p:pic>
        <p:nvPicPr>
          <p:cNvPr id="8" name="SK-6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8850" y="1371600"/>
            <a:ext cx="2762250" cy="404813"/>
          </a:xfrm>
          <a:prstGeom prst="rect">
            <a:avLst/>
          </a:prstGeom>
        </p:spPr>
      </p:pic>
      <p:pic>
        <p:nvPicPr>
          <p:cNvPr id="9" name="SK-6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91100" y="1371600"/>
            <a:ext cx="4972050" cy="404813"/>
          </a:xfrm>
          <a:prstGeom prst="rect">
            <a:avLst/>
          </a:prstGeom>
        </p:spPr>
      </p:pic>
      <p:pic>
        <p:nvPicPr>
          <p:cNvPr id="10" name="SK-6-img-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3150" y="1371600"/>
            <a:ext cx="1657350" cy="404813"/>
          </a:xfrm>
          <a:prstGeom prst="rect">
            <a:avLst/>
          </a:prstGeom>
        </p:spPr>
      </p:pic>
      <p:pic>
        <p:nvPicPr>
          <p:cNvPr id="11" name="SK-6-img-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1776413"/>
            <a:ext cx="11049000" cy="1157883"/>
          </a:xfrm>
          <a:prstGeom prst="rect">
            <a:avLst/>
          </a:prstGeom>
        </p:spPr>
      </p:pic>
      <p:pic>
        <p:nvPicPr>
          <p:cNvPr id="12" name="SK-6-img-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1776413"/>
            <a:ext cx="1657350" cy="1157883"/>
          </a:xfrm>
          <a:prstGeom prst="rect">
            <a:avLst/>
          </a:prstGeom>
        </p:spPr>
      </p:pic>
      <p:pic>
        <p:nvPicPr>
          <p:cNvPr id="13" name="SK-6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28850" y="1776413"/>
            <a:ext cx="2762250" cy="1157883"/>
          </a:xfrm>
          <a:prstGeom prst="rect">
            <a:avLst/>
          </a:prstGeom>
        </p:spPr>
      </p:pic>
      <p:pic>
        <p:nvPicPr>
          <p:cNvPr id="14" name="SK-6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91100" y="1776413"/>
            <a:ext cx="4972050" cy="1157883"/>
          </a:xfrm>
          <a:prstGeom prst="rect">
            <a:avLst/>
          </a:prstGeom>
        </p:spPr>
      </p:pic>
      <p:pic>
        <p:nvPicPr>
          <p:cNvPr id="15" name="SK-6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63150" y="1776413"/>
            <a:ext cx="1657350" cy="1157883"/>
          </a:xfrm>
          <a:prstGeom prst="rect">
            <a:avLst/>
          </a:prstGeom>
        </p:spPr>
      </p:pic>
      <p:pic>
        <p:nvPicPr>
          <p:cNvPr id="16" name="SK-6-img-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2934295"/>
            <a:ext cx="1657350" cy="916037"/>
          </a:xfrm>
          <a:prstGeom prst="rect">
            <a:avLst/>
          </a:prstGeom>
        </p:spPr>
      </p:pic>
      <p:pic>
        <p:nvPicPr>
          <p:cNvPr id="17" name="SK-6-img-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28850" y="2934295"/>
            <a:ext cx="2762250" cy="916037"/>
          </a:xfrm>
          <a:prstGeom prst="rect">
            <a:avLst/>
          </a:prstGeom>
        </p:spPr>
      </p:pic>
      <p:pic>
        <p:nvPicPr>
          <p:cNvPr id="18" name="SK-6-img-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91100" y="2934295"/>
            <a:ext cx="4972050" cy="916037"/>
          </a:xfrm>
          <a:prstGeom prst="rect">
            <a:avLst/>
          </a:prstGeom>
        </p:spPr>
      </p:pic>
      <p:pic>
        <p:nvPicPr>
          <p:cNvPr id="19" name="SK-6-img-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63150" y="2934295"/>
            <a:ext cx="1657350" cy="916037"/>
          </a:xfrm>
          <a:prstGeom prst="rect">
            <a:avLst/>
          </a:prstGeom>
        </p:spPr>
      </p:pic>
      <p:pic>
        <p:nvPicPr>
          <p:cNvPr id="20" name="SK-6-img-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3850332"/>
            <a:ext cx="1657350" cy="674191"/>
          </a:xfrm>
          <a:prstGeom prst="rect">
            <a:avLst/>
          </a:prstGeom>
        </p:spPr>
      </p:pic>
      <p:pic>
        <p:nvPicPr>
          <p:cNvPr id="21" name="SK-6-img-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228850" y="3850332"/>
            <a:ext cx="2762250" cy="674191"/>
          </a:xfrm>
          <a:prstGeom prst="rect">
            <a:avLst/>
          </a:prstGeom>
        </p:spPr>
      </p:pic>
      <p:pic>
        <p:nvPicPr>
          <p:cNvPr id="22" name="SK-6-img-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91100" y="3850332"/>
            <a:ext cx="4972050" cy="674191"/>
          </a:xfrm>
          <a:prstGeom prst="rect">
            <a:avLst/>
          </a:prstGeom>
        </p:spPr>
      </p:pic>
      <p:pic>
        <p:nvPicPr>
          <p:cNvPr id="23" name="SK-6-img-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963150" y="3850332"/>
            <a:ext cx="1657350" cy="674191"/>
          </a:xfrm>
          <a:prstGeom prst="rect">
            <a:avLst/>
          </a:prstGeom>
        </p:spPr>
      </p:pic>
      <p:pic>
        <p:nvPicPr>
          <p:cNvPr id="24" name="SK-6-img-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524524"/>
            <a:ext cx="1657350" cy="858887"/>
          </a:xfrm>
          <a:prstGeom prst="rect">
            <a:avLst/>
          </a:prstGeom>
        </p:spPr>
      </p:pic>
      <p:pic>
        <p:nvPicPr>
          <p:cNvPr id="25" name="SK-6-img-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228850" y="4524524"/>
            <a:ext cx="2762250" cy="858887"/>
          </a:xfrm>
          <a:prstGeom prst="rect">
            <a:avLst/>
          </a:prstGeom>
        </p:spPr>
      </p:pic>
      <p:pic>
        <p:nvPicPr>
          <p:cNvPr id="26" name="SK-6-img-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991100" y="4524524"/>
            <a:ext cx="4972050" cy="858887"/>
          </a:xfrm>
          <a:prstGeom prst="rect">
            <a:avLst/>
          </a:prstGeom>
        </p:spPr>
      </p:pic>
      <p:pic>
        <p:nvPicPr>
          <p:cNvPr id="27" name="SK-6-img-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963150" y="4524524"/>
            <a:ext cx="1657350" cy="858887"/>
          </a:xfrm>
          <a:prstGeom prst="rect">
            <a:avLst/>
          </a:prstGeom>
        </p:spPr>
      </p:pic>
      <p:pic>
        <p:nvPicPr>
          <p:cNvPr id="28" name="SK-6-img-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5564386"/>
            <a:ext cx="11049000" cy="990600"/>
          </a:xfrm>
          <a:prstGeom prst="rect">
            <a:avLst/>
          </a:prstGeom>
        </p:spPr>
      </p:pic>
      <p:pic>
        <p:nvPicPr>
          <p:cNvPr id="29" name="SK-6-img-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62000" y="5729139"/>
            <a:ext cx="214313" cy="175320"/>
          </a:xfrm>
          <a:prstGeom prst="rect">
            <a:avLst/>
          </a:prstGeom>
        </p:spPr>
      </p:pic>
      <p:sp>
        <p:nvSpPr>
          <p:cNvPr id="30" name="SK-6-text-29"/>
          <p:cNvSpPr/>
          <p:nvPr/>
        </p:nvSpPr>
        <p:spPr>
          <a:xfrm>
            <a:off x="647700" y="3048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1" name="SK-6-text-30"/>
          <p:cNvSpPr/>
          <p:nvPr/>
        </p:nvSpPr>
        <p:spPr>
          <a:xfrm>
            <a:off x="571500" y="657225"/>
            <a:ext cx="11210925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A-4. 용의자 책임 규명: 데이터 기반 판정</a:t>
            </a:r>
            <a:endParaRPr lang="en-US" sz="2550" dirty="0"/>
          </a:p>
        </p:txBody>
      </p:sp>
      <p:sp>
        <p:nvSpPr>
          <p:cNvPr id="32" name="SK-6-text-31"/>
          <p:cNvSpPr/>
          <p:nvPr/>
        </p:nvSpPr>
        <p:spPr>
          <a:xfrm>
            <a:off x="685800" y="1371600"/>
            <a:ext cx="1504950" cy="4048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용의자</a:t>
            </a:r>
            <a:endParaRPr lang="en-US" sz="1125" dirty="0"/>
          </a:p>
        </p:txBody>
      </p:sp>
      <p:sp>
        <p:nvSpPr>
          <p:cNvPr id="33" name="SK-6-text-32"/>
          <p:cNvSpPr/>
          <p:nvPr/>
        </p:nvSpPr>
        <p:spPr>
          <a:xfrm>
            <a:off x="2343150" y="1371600"/>
            <a:ext cx="2609850" cy="4048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주장</a:t>
            </a:r>
            <a:endParaRPr lang="en-US" sz="1125" dirty="0"/>
          </a:p>
        </p:txBody>
      </p:sp>
      <p:sp>
        <p:nvSpPr>
          <p:cNvPr id="34" name="SK-6-text-33"/>
          <p:cNvSpPr/>
          <p:nvPr/>
        </p:nvSpPr>
        <p:spPr>
          <a:xfrm>
            <a:off x="5105400" y="1371600"/>
            <a:ext cx="4819650" cy="4048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데이터가 증명하는 사실</a:t>
            </a:r>
            <a:endParaRPr lang="en-US" sz="1125" dirty="0"/>
          </a:p>
        </p:txBody>
      </p:sp>
      <p:sp>
        <p:nvSpPr>
          <p:cNvPr id="35" name="SK-6-text-34"/>
          <p:cNvSpPr/>
          <p:nvPr/>
        </p:nvSpPr>
        <p:spPr>
          <a:xfrm>
            <a:off x="10077450" y="1371600"/>
            <a:ext cx="1504950" cy="4048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 수준</a:t>
            </a:r>
            <a:endParaRPr lang="en-US" sz="1125" dirty="0"/>
          </a:p>
        </p:txBody>
      </p:sp>
      <p:sp>
        <p:nvSpPr>
          <p:cNvPr id="36" name="SK-6-text-35"/>
          <p:cNvSpPr/>
          <p:nvPr/>
        </p:nvSpPr>
        <p:spPr>
          <a:xfrm>
            <a:off x="685800" y="1871663"/>
            <a:ext cx="150495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한도경</a:t>
            </a:r>
            <a:endParaRPr lang="en-US" sz="1200" dirty="0"/>
          </a:p>
        </p:txBody>
      </p:sp>
      <p:sp>
        <p:nvSpPr>
          <p:cNvPr id="37" name="SK-6-text-36"/>
          <p:cNvSpPr/>
          <p:nvPr/>
        </p:nvSpPr>
        <p:spPr>
          <a:xfrm>
            <a:off x="685800" y="2151608"/>
            <a:ext cx="23050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Manager</a:t>
            </a:r>
            <a:endParaRPr lang="en-US" sz="975" dirty="0"/>
          </a:p>
        </p:txBody>
      </p:sp>
      <p:sp>
        <p:nvSpPr>
          <p:cNvPr id="38" name="SK-6-text-37"/>
          <p:cNvSpPr/>
          <p:nvPr/>
        </p:nvSpPr>
        <p:spPr>
          <a:xfrm>
            <a:off x="2343150" y="1776413"/>
            <a:ext cx="2760122" cy="11578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"EVM으로 철저히 관리했다"</a:t>
            </a:r>
            <a:endParaRPr lang="en-US" sz="1200" dirty="0"/>
          </a:p>
        </p:txBody>
      </p:sp>
      <p:sp>
        <p:nvSpPr>
          <p:cNvPr id="39" name="SK-6-text-38"/>
          <p:cNvSpPr/>
          <p:nvPr/>
        </p:nvSpPr>
        <p:spPr>
          <a:xfrm>
            <a:off x="5219700" y="1871663"/>
            <a:ext cx="6322764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비용(21.4억)을 EVM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보고에서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분리 보고</a:t>
            </a:r>
            <a:endParaRPr lang="en-US" sz="1200" dirty="0"/>
          </a:p>
        </p:txBody>
      </p:sp>
      <p:sp>
        <p:nvSpPr>
          <p:cNvPr id="40" name="SK-6-text-39"/>
          <p:cNvSpPr/>
          <p:nvPr/>
        </p:nvSpPr>
        <p:spPr>
          <a:xfrm>
            <a:off x="5219700" y="2113508"/>
            <a:ext cx="5073451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변경을 통해 QA 미통과 건을 완료로 부풀림</a:t>
            </a:r>
            <a:endParaRPr lang="en-US" sz="1200" dirty="0"/>
          </a:p>
        </p:txBody>
      </p:sp>
      <p:sp>
        <p:nvSpPr>
          <p:cNvPr id="41" name="SK-6-text-40"/>
          <p:cNvSpPr/>
          <p:nvPr/>
        </p:nvSpPr>
        <p:spPr>
          <a:xfrm>
            <a:off x="5219700" y="2355354"/>
            <a:ext cx="554938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리스크 3건을 근거 없이 Medium으로 하향</a:t>
            </a:r>
            <a:endParaRPr lang="en-US" sz="1200" dirty="0"/>
          </a:p>
        </p:txBody>
      </p:sp>
      <p:sp>
        <p:nvSpPr>
          <p:cNvPr id="42" name="SK-6-text-41"/>
          <p:cNvSpPr/>
          <p:nvPr/>
        </p:nvSpPr>
        <p:spPr>
          <a:xfrm>
            <a:off x="5219700" y="2597200"/>
            <a:ext cx="5073451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 측정 방기 및 Daniel Suh 메일 무회신</a:t>
            </a:r>
            <a:endParaRPr lang="en-US" sz="1200" dirty="0"/>
          </a:p>
        </p:txBody>
      </p:sp>
      <p:sp>
        <p:nvSpPr>
          <p:cNvPr id="43" name="SK-6-textBg-42"/>
          <p:cNvSpPr/>
          <p:nvPr/>
        </p:nvSpPr>
        <p:spPr>
          <a:xfrm>
            <a:off x="10004881" y="1871663"/>
            <a:ext cx="786023" cy="243780"/>
          </a:xfrm>
          <a:prstGeom prst="roundRect">
            <a:avLst>
              <a:gd name="adj" fmla="val 7814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K-6-text-43"/>
          <p:cNvSpPr/>
          <p:nvPr/>
        </p:nvSpPr>
        <p:spPr>
          <a:xfrm>
            <a:off x="10042548" y="1871663"/>
            <a:ext cx="786023" cy="2437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 1</a:t>
            </a:r>
            <a:r>
              <a:rPr lang="ko-KR" alt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 책임</a:t>
            </a:r>
            <a:endParaRPr lang="en-US" sz="1050" dirty="0"/>
          </a:p>
        </p:txBody>
      </p:sp>
      <p:sp>
        <p:nvSpPr>
          <p:cNvPr id="45" name="SK-6-text-44"/>
          <p:cNvSpPr/>
          <p:nvPr/>
        </p:nvSpPr>
        <p:spPr>
          <a:xfrm>
            <a:off x="685800" y="3029545"/>
            <a:ext cx="150495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 노유진</a:t>
            </a:r>
            <a:endParaRPr lang="en-US" sz="1200" dirty="0"/>
          </a:p>
        </p:txBody>
      </p:sp>
      <p:sp>
        <p:nvSpPr>
          <p:cNvPr id="46" name="SK-6-text-45"/>
          <p:cNvSpPr/>
          <p:nvPr/>
        </p:nvSpPr>
        <p:spPr>
          <a:xfrm>
            <a:off x="685800" y="3309491"/>
            <a:ext cx="200787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Product Owner</a:t>
            </a:r>
            <a:endParaRPr lang="en-US" sz="975" dirty="0"/>
          </a:p>
        </p:txBody>
      </p:sp>
      <p:sp>
        <p:nvSpPr>
          <p:cNvPr id="47" name="SK-6-text-46"/>
          <p:cNvSpPr/>
          <p:nvPr/>
        </p:nvSpPr>
        <p:spPr>
          <a:xfrm>
            <a:off x="2343150" y="2934295"/>
            <a:ext cx="2609850" cy="9160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"백로그 조정은 PO 권한"</a:t>
            </a:r>
            <a:endParaRPr lang="en-US" sz="1200" dirty="0"/>
          </a:p>
        </p:txBody>
      </p:sp>
      <p:sp>
        <p:nvSpPr>
          <p:cNvPr id="48" name="SK-6-text-47"/>
          <p:cNvSpPr/>
          <p:nvPr/>
        </p:nvSpPr>
        <p:spPr>
          <a:xfrm>
            <a:off x="5219700" y="3029545"/>
            <a:ext cx="5846835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편익을 성공기준에 포함하자고 제안했으나 기각됨(M-01)</a:t>
            </a:r>
            <a:endParaRPr lang="en-US" sz="1200" dirty="0"/>
          </a:p>
        </p:txBody>
      </p:sp>
      <p:sp>
        <p:nvSpPr>
          <p:cNvPr id="49" name="SK-6-text-48"/>
          <p:cNvSpPr/>
          <p:nvPr/>
        </p:nvSpPr>
        <p:spPr>
          <a:xfrm>
            <a:off x="5219700" y="3271391"/>
            <a:ext cx="5668362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착수 시 성공기준 불요에 동의한 실책(M-05)</a:t>
            </a:r>
            <a:endParaRPr lang="en-US" sz="1200" dirty="0"/>
          </a:p>
        </p:txBody>
      </p:sp>
      <p:sp>
        <p:nvSpPr>
          <p:cNvPr id="50" name="SK-6-text-49"/>
          <p:cNvSpPr/>
          <p:nvPr/>
        </p:nvSpPr>
        <p:spPr>
          <a:xfrm>
            <a:off x="5219700" y="3513237"/>
            <a:ext cx="5608871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8/14 "계약유지율이 약속"이라며 뒤늦게 문제 제기</a:t>
            </a:r>
            <a:endParaRPr lang="en-US" sz="1200" dirty="0"/>
          </a:p>
        </p:txBody>
      </p:sp>
      <p:sp>
        <p:nvSpPr>
          <p:cNvPr id="51" name="SK-6-textBg-50"/>
          <p:cNvSpPr/>
          <p:nvPr/>
        </p:nvSpPr>
        <p:spPr>
          <a:xfrm>
            <a:off x="10077450" y="3029545"/>
            <a:ext cx="1047750" cy="243780"/>
          </a:xfrm>
          <a:prstGeom prst="roundRect">
            <a:avLst>
              <a:gd name="adj" fmla="val 7814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K-6-text-51"/>
          <p:cNvSpPr/>
          <p:nvPr/>
        </p:nvSpPr>
        <p:spPr>
          <a:xfrm>
            <a:off x="10153650" y="3029545"/>
            <a:ext cx="1093955" cy="2437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공동책임(일부)</a:t>
            </a:r>
            <a:endParaRPr lang="en-US" sz="1050" dirty="0"/>
          </a:p>
        </p:txBody>
      </p:sp>
      <p:sp>
        <p:nvSpPr>
          <p:cNvPr id="53" name="SK-6-text-52"/>
          <p:cNvSpPr/>
          <p:nvPr/>
        </p:nvSpPr>
        <p:spPr>
          <a:xfrm>
            <a:off x="685800" y="3945582"/>
            <a:ext cx="245364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Lead 임태오</a:t>
            </a:r>
            <a:endParaRPr lang="en-US" sz="1200" dirty="0"/>
          </a:p>
        </p:txBody>
      </p:sp>
      <p:sp>
        <p:nvSpPr>
          <p:cNvPr id="54" name="SK-6-text-53"/>
          <p:cNvSpPr/>
          <p:nvPr/>
        </p:nvSpPr>
        <p:spPr>
          <a:xfrm>
            <a:off x="685800" y="4225528"/>
            <a:ext cx="21564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Technical Lead</a:t>
            </a:r>
            <a:endParaRPr lang="en-US" sz="975" dirty="0"/>
          </a:p>
        </p:txBody>
      </p:sp>
      <p:sp>
        <p:nvSpPr>
          <p:cNvPr id="55" name="SK-6-text-54"/>
          <p:cNvSpPr/>
          <p:nvPr/>
        </p:nvSpPr>
        <p:spPr>
          <a:xfrm>
            <a:off x="2343150" y="3850332"/>
            <a:ext cx="2609850" cy="6741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"Jira에 다 올렸다"</a:t>
            </a:r>
            <a:endParaRPr lang="en-US" sz="1200" dirty="0"/>
          </a:p>
        </p:txBody>
      </p:sp>
      <p:sp>
        <p:nvSpPr>
          <p:cNvPr id="56" name="SK-6-text-55"/>
          <p:cNvSpPr/>
          <p:nvPr/>
        </p:nvSpPr>
        <p:spPr>
          <a:xfrm>
            <a:off x="5219700" y="3945582"/>
            <a:ext cx="697230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리스크(HER-188) 및 Helion EOL(E-02) 등 기술 보고 수행</a:t>
            </a:r>
            <a:endParaRPr lang="en-US" sz="1200" dirty="0"/>
          </a:p>
        </p:txBody>
      </p:sp>
      <p:sp>
        <p:nvSpPr>
          <p:cNvPr id="57" name="SK-6-text-56"/>
          <p:cNvSpPr/>
          <p:nvPr/>
        </p:nvSpPr>
        <p:spPr>
          <a:xfrm>
            <a:off x="5219700" y="4187428"/>
            <a:ext cx="5608871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단, 비용 최적화 없이 VLM 최고티어 고정 결정에 동의</a:t>
            </a:r>
            <a:endParaRPr lang="en-US" sz="1200" dirty="0"/>
          </a:p>
        </p:txBody>
      </p:sp>
      <p:sp>
        <p:nvSpPr>
          <p:cNvPr id="58" name="SK-6-textBg-57"/>
          <p:cNvSpPr/>
          <p:nvPr/>
        </p:nvSpPr>
        <p:spPr>
          <a:xfrm>
            <a:off x="10077450" y="3945582"/>
            <a:ext cx="552450" cy="243780"/>
          </a:xfrm>
          <a:prstGeom prst="roundRect">
            <a:avLst>
              <a:gd name="adj" fmla="val 7814"/>
            </a:avLst>
          </a:prstGeom>
          <a:solidFill>
            <a:srgbClr val="4B5563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K-6-text-58"/>
          <p:cNvSpPr/>
          <p:nvPr/>
        </p:nvSpPr>
        <p:spPr>
          <a:xfrm>
            <a:off x="10153650" y="3945582"/>
            <a:ext cx="400050" cy="2437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제한적</a:t>
            </a:r>
            <a:endParaRPr lang="en-US" sz="1050" dirty="0"/>
          </a:p>
        </p:txBody>
      </p:sp>
      <p:sp>
        <p:nvSpPr>
          <p:cNvPr id="60" name="SK-6-text-59"/>
          <p:cNvSpPr/>
          <p:nvPr/>
        </p:nvSpPr>
        <p:spPr>
          <a:xfrm>
            <a:off x="685800" y="4619774"/>
            <a:ext cx="1428750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스크럼 마스터/스폰서</a:t>
            </a:r>
            <a:endParaRPr lang="en-US" sz="1200" dirty="0"/>
          </a:p>
        </p:txBody>
      </p:sp>
      <p:sp>
        <p:nvSpPr>
          <p:cNvPr id="61" name="SK-6-text-60"/>
          <p:cNvSpPr/>
          <p:nvPr/>
        </p:nvSpPr>
        <p:spPr>
          <a:xfrm>
            <a:off x="685800" y="5112990"/>
            <a:ext cx="24536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Governance Group</a:t>
            </a:r>
            <a:endParaRPr lang="en-US" sz="975" dirty="0"/>
          </a:p>
        </p:txBody>
      </p:sp>
      <p:sp>
        <p:nvSpPr>
          <p:cNvPr id="62" name="SK-6-text-61"/>
          <p:cNvSpPr/>
          <p:nvPr/>
        </p:nvSpPr>
        <p:spPr>
          <a:xfrm>
            <a:off x="2343150" y="4524524"/>
            <a:ext cx="2609850" cy="85888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"스크럼 원칙에 충실"</a:t>
            </a:r>
            <a:endParaRPr lang="en-US" sz="1200" dirty="0"/>
          </a:p>
        </p:txBody>
      </p:sp>
      <p:sp>
        <p:nvSpPr>
          <p:cNvPr id="63" name="SK-6-text-62"/>
          <p:cNvSpPr/>
          <p:nvPr/>
        </p:nvSpPr>
        <p:spPr>
          <a:xfrm>
            <a:off x="5219700" y="4619774"/>
            <a:ext cx="5787344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스폰서: 편익 측정 "추후 지정" 결정으로 관리 공백 초래</a:t>
            </a:r>
            <a:endParaRPr lang="en-US" sz="1200" dirty="0"/>
          </a:p>
        </p:txBody>
      </p:sp>
      <p:sp>
        <p:nvSpPr>
          <p:cNvPr id="64" name="SK-6-text-63"/>
          <p:cNvSpPr/>
          <p:nvPr/>
        </p:nvSpPr>
        <p:spPr>
          <a:xfrm>
            <a:off x="5219700" y="4861620"/>
            <a:ext cx="5370907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G3 조건부 통과 후 미해결 상태 방치 및 추적 부재</a:t>
            </a:r>
            <a:endParaRPr lang="en-US" sz="1200" dirty="0"/>
          </a:p>
        </p:txBody>
      </p:sp>
      <p:sp>
        <p:nvSpPr>
          <p:cNvPr id="65" name="SK-6-textBg-64"/>
          <p:cNvSpPr/>
          <p:nvPr/>
        </p:nvSpPr>
        <p:spPr>
          <a:xfrm>
            <a:off x="10077450" y="4619774"/>
            <a:ext cx="847725" cy="243780"/>
          </a:xfrm>
          <a:prstGeom prst="roundRect">
            <a:avLst>
              <a:gd name="adj" fmla="val 7814"/>
            </a:avLst>
          </a:prstGeom>
          <a:solidFill>
            <a:srgbClr val="005AEE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K-6-text-65"/>
          <p:cNvSpPr/>
          <p:nvPr/>
        </p:nvSpPr>
        <p:spPr>
          <a:xfrm>
            <a:off x="10153650" y="4619774"/>
            <a:ext cx="787514" cy="2437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공모</a:t>
            </a:r>
            <a:endParaRPr lang="en-US" sz="1050" dirty="0"/>
          </a:p>
        </p:txBody>
      </p:sp>
      <p:sp>
        <p:nvSpPr>
          <p:cNvPr id="67" name="SK-6-text-66"/>
          <p:cNvSpPr/>
          <p:nvPr/>
        </p:nvSpPr>
        <p:spPr>
          <a:xfrm>
            <a:off x="1052513" y="5688211"/>
            <a:ext cx="1083564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판결: PM 한도경 — 1차 책임 및 구조적 맹목(Structural Blindness)</a:t>
            </a:r>
            <a:endParaRPr lang="en-US" sz="1350" dirty="0"/>
          </a:p>
        </p:txBody>
      </p:sp>
      <p:sp>
        <p:nvSpPr>
          <p:cNvPr id="68" name="SK-6-text-67"/>
          <p:cNvSpPr/>
          <p:nvPr/>
        </p:nvSpPr>
        <p:spPr>
          <a:xfrm>
            <a:off x="762000" y="5973961"/>
            <a:ext cx="10668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한도경 PM은 악의적 은폐보다 </a:t>
            </a: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"측정 체계 자체를 잘못 설계"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시스템이 볼 수 없는 것을 방치한 책임이 큼. 편익 측정 체계 부재, AI 보고서 무비판 수용, 불편한 신호(Daniel Suh) 차단은 PM의 의사결정 결함임.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7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7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7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"/>
            <a:ext cx="2122289" cy="276225"/>
          </a:xfrm>
          <a:prstGeom prst="rect">
            <a:avLst/>
          </a:prstGeom>
        </p:spPr>
      </p:pic>
      <p:pic>
        <p:nvPicPr>
          <p:cNvPr id="5" name="SK-7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438150"/>
            <a:ext cx="8812411" cy="9525"/>
          </a:xfrm>
          <a:prstGeom prst="rect">
            <a:avLst/>
          </a:prstGeom>
        </p:spPr>
      </p:pic>
      <p:pic>
        <p:nvPicPr>
          <p:cNvPr id="6" name="SK-7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295400"/>
            <a:ext cx="11049000" cy="862013"/>
          </a:xfrm>
          <a:prstGeom prst="rect">
            <a:avLst/>
          </a:prstGeom>
        </p:spPr>
      </p:pic>
      <p:pic>
        <p:nvPicPr>
          <p:cNvPr id="7" name="SK-7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554956"/>
            <a:ext cx="1047750" cy="342900"/>
          </a:xfrm>
          <a:prstGeom prst="rect">
            <a:avLst/>
          </a:prstGeom>
        </p:spPr>
      </p:pic>
      <p:pic>
        <p:nvPicPr>
          <p:cNvPr id="8" name="SK-7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309813"/>
            <a:ext cx="5429250" cy="1502866"/>
          </a:xfrm>
          <a:prstGeom prst="rect">
            <a:avLst/>
          </a:prstGeom>
        </p:spPr>
      </p:pic>
      <p:pic>
        <p:nvPicPr>
          <p:cNvPr id="9" name="SK-7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2500313"/>
            <a:ext cx="5048250" cy="371475"/>
          </a:xfrm>
          <a:prstGeom prst="rect">
            <a:avLst/>
          </a:prstGeom>
        </p:spPr>
      </p:pic>
      <p:pic>
        <p:nvPicPr>
          <p:cNvPr id="10" name="SK-7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2533650"/>
            <a:ext cx="238125" cy="190500"/>
          </a:xfrm>
          <a:prstGeom prst="rect">
            <a:avLst/>
          </a:prstGeom>
        </p:spPr>
      </p:pic>
      <p:pic>
        <p:nvPicPr>
          <p:cNvPr id="11" name="SK-7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1250" y="2309813"/>
            <a:ext cx="5429250" cy="1502866"/>
          </a:xfrm>
          <a:prstGeom prst="rect">
            <a:avLst/>
          </a:prstGeom>
        </p:spPr>
      </p:pic>
      <p:pic>
        <p:nvPicPr>
          <p:cNvPr id="12" name="SK-7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81750" y="2462213"/>
            <a:ext cx="5048250" cy="371475"/>
          </a:xfrm>
          <a:prstGeom prst="rect">
            <a:avLst/>
          </a:prstGeom>
        </p:spPr>
      </p:pic>
      <p:pic>
        <p:nvPicPr>
          <p:cNvPr id="13" name="SK-7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81750" y="2495550"/>
            <a:ext cx="238125" cy="190500"/>
          </a:xfrm>
          <a:prstGeom prst="rect">
            <a:avLst/>
          </a:prstGeom>
        </p:spPr>
      </p:pic>
      <p:pic>
        <p:nvPicPr>
          <p:cNvPr id="14" name="SK-7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3965079"/>
            <a:ext cx="3581400" cy="1093291"/>
          </a:xfrm>
          <a:prstGeom prst="rect">
            <a:avLst/>
          </a:prstGeom>
        </p:spPr>
      </p:pic>
      <p:pic>
        <p:nvPicPr>
          <p:cNvPr id="15" name="SK-7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3900" y="4127004"/>
            <a:ext cx="190500" cy="152400"/>
          </a:xfrm>
          <a:prstGeom prst="rect">
            <a:avLst/>
          </a:prstGeom>
        </p:spPr>
      </p:pic>
      <p:pic>
        <p:nvPicPr>
          <p:cNvPr id="16" name="SK-7-img-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05300" y="3965079"/>
            <a:ext cx="3581400" cy="1093291"/>
          </a:xfrm>
          <a:prstGeom prst="rect">
            <a:avLst/>
          </a:prstGeom>
        </p:spPr>
      </p:pic>
      <p:pic>
        <p:nvPicPr>
          <p:cNvPr id="17" name="SK-7-img-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57700" y="4127004"/>
            <a:ext cx="190500" cy="152400"/>
          </a:xfrm>
          <a:prstGeom prst="rect">
            <a:avLst/>
          </a:prstGeom>
        </p:spPr>
      </p:pic>
      <p:pic>
        <p:nvPicPr>
          <p:cNvPr id="18" name="SK-7-img-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39100" y="3965079"/>
            <a:ext cx="3581400" cy="906661"/>
          </a:xfrm>
          <a:prstGeom prst="rect">
            <a:avLst/>
          </a:prstGeom>
        </p:spPr>
      </p:pic>
      <p:pic>
        <p:nvPicPr>
          <p:cNvPr id="19" name="SK-7-img-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91500" y="4127004"/>
            <a:ext cx="190500" cy="152400"/>
          </a:xfrm>
          <a:prstGeom prst="rect">
            <a:avLst/>
          </a:prstGeom>
        </p:spPr>
      </p:pic>
      <p:pic>
        <p:nvPicPr>
          <p:cNvPr id="20" name="SK-7-img-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5286970"/>
            <a:ext cx="11049000" cy="1059061"/>
          </a:xfrm>
          <a:prstGeom prst="rect">
            <a:avLst/>
          </a:prstGeom>
        </p:spPr>
      </p:pic>
      <p:pic>
        <p:nvPicPr>
          <p:cNvPr id="21" name="SK-7-img-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2000" y="5477470"/>
            <a:ext cx="285750" cy="285750"/>
          </a:xfrm>
          <a:prstGeom prst="rect">
            <a:avLst/>
          </a:prstGeom>
        </p:spPr>
      </p:pic>
      <p:sp>
        <p:nvSpPr>
          <p:cNvPr id="22" name="SK-7-text-21"/>
          <p:cNvSpPr/>
          <p:nvPr/>
        </p:nvSpPr>
        <p:spPr>
          <a:xfrm>
            <a:off x="647700" y="3048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23" name="SK-7-text-22"/>
          <p:cNvSpPr/>
          <p:nvPr/>
        </p:nvSpPr>
        <p:spPr>
          <a:xfrm>
            <a:off x="571500" y="657225"/>
            <a:ext cx="11210925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A-4. 판결: PM 한도경의 구조적 맹목</a:t>
            </a:r>
            <a:endParaRPr lang="en-US" sz="2550" dirty="0"/>
          </a:p>
        </p:txBody>
      </p:sp>
      <p:sp>
        <p:nvSpPr>
          <p:cNvPr id="24" name="SK-7-text-23"/>
          <p:cNvSpPr/>
          <p:nvPr/>
        </p:nvSpPr>
        <p:spPr>
          <a:xfrm>
            <a:off x="876300" y="1554956"/>
            <a:ext cx="134631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VERDICT</a:t>
            </a:r>
            <a:endParaRPr lang="en-US" sz="1500" dirty="0"/>
          </a:p>
        </p:txBody>
      </p:sp>
      <p:sp>
        <p:nvSpPr>
          <p:cNvPr id="25" name="SK-7-text-24"/>
          <p:cNvSpPr/>
          <p:nvPr/>
        </p:nvSpPr>
        <p:spPr>
          <a:xfrm>
            <a:off x="2000250" y="1419225"/>
            <a:ext cx="1019175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한도경 — 1차 책임, 본질은 </a:t>
            </a:r>
            <a:r>
              <a:rPr lang="en-US" sz="18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맹목(Structural Blindness)</a:t>
            </a:r>
            <a:endParaRPr lang="en-US" sz="1800" dirty="0"/>
          </a:p>
        </p:txBody>
      </p:sp>
      <p:sp>
        <p:nvSpPr>
          <p:cNvPr id="26" name="SK-7-text-25"/>
          <p:cNvSpPr/>
          <p:nvPr/>
        </p:nvSpPr>
        <p:spPr>
          <a:xfrm>
            <a:off x="2000250" y="1790700"/>
            <a:ext cx="6777038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시스템이 볼 수 없는 것을 아무도 보지 못하는 상태를 방치</a:t>
            </a:r>
            <a:endParaRPr lang="en-US" sz="1275" dirty="0"/>
          </a:p>
        </p:txBody>
      </p:sp>
      <p:sp>
        <p:nvSpPr>
          <p:cNvPr id="27" name="SK-7-text-26"/>
          <p:cNvSpPr/>
          <p:nvPr/>
        </p:nvSpPr>
        <p:spPr>
          <a:xfrm>
            <a:off x="1095375" y="2500313"/>
            <a:ext cx="234886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전형적 수박 프로젝트</a:t>
            </a:r>
            <a:endParaRPr lang="en-US" sz="1350" dirty="0"/>
          </a:p>
        </p:txBody>
      </p:sp>
      <p:sp>
        <p:nvSpPr>
          <p:cNvPr id="28" name="SK-7-text-27"/>
          <p:cNvSpPr/>
          <p:nvPr/>
        </p:nvSpPr>
        <p:spPr>
          <a:xfrm>
            <a:off x="762000" y="2986088"/>
            <a:ext cx="5048250" cy="4875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PM이 </a:t>
            </a:r>
            <a:r>
              <a:rPr lang="en-US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의도적으로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실적을 위장하고 결함을 은폐함 (악의적 은폐). 주로 질책 문화나 성과 압박에 기인하여 데이터를 조작하거나 숨기는 행태를 보임.</a:t>
            </a:r>
            <a:endParaRPr lang="en-US" sz="1200" dirty="0"/>
          </a:p>
        </p:txBody>
      </p:sp>
      <p:sp>
        <p:nvSpPr>
          <p:cNvPr id="29" name="SK-7-text-28"/>
          <p:cNvSpPr/>
          <p:nvPr/>
        </p:nvSpPr>
        <p:spPr>
          <a:xfrm>
            <a:off x="6715125" y="2462213"/>
            <a:ext cx="234886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HERMES 프로젝트</a:t>
            </a:r>
            <a:endParaRPr lang="en-US" sz="1350" dirty="0"/>
          </a:p>
        </p:txBody>
      </p:sp>
      <p:sp>
        <p:nvSpPr>
          <p:cNvPr id="30" name="SK-7-text-29"/>
          <p:cNvSpPr/>
          <p:nvPr/>
        </p:nvSpPr>
        <p:spPr>
          <a:xfrm>
            <a:off x="6381750" y="2928938"/>
            <a:ext cx="5048250" cy="7313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PM이 </a:t>
            </a: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체계 자체를 잘못 설계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하여, 시스템이 볼 수 없는 것을 아무도 보지 못함. "속이려 한 것"이 아니라, </a:t>
            </a:r>
            <a:r>
              <a:rPr lang="en-US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"보이지 않는 것을 모르는 상태"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방치한 구조적 결함.</a:t>
            </a:r>
            <a:endParaRPr lang="en-US" sz="1200" dirty="0"/>
          </a:p>
        </p:txBody>
      </p:sp>
      <p:sp>
        <p:nvSpPr>
          <p:cNvPr id="31" name="SK-7-text-30"/>
          <p:cNvSpPr/>
          <p:nvPr/>
        </p:nvSpPr>
        <p:spPr>
          <a:xfrm>
            <a:off x="990600" y="4088904"/>
            <a:ext cx="2636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자동 보고 검증 부재</a:t>
            </a:r>
            <a:endParaRPr lang="en-US" sz="1200" dirty="0"/>
          </a:p>
        </p:txBody>
      </p:sp>
      <p:sp>
        <p:nvSpPr>
          <p:cNvPr id="32" name="SK-7-text-31"/>
          <p:cNvSpPr/>
          <p:nvPr/>
        </p:nvSpPr>
        <p:spPr>
          <a:xfrm>
            <a:off x="723900" y="4374654"/>
            <a:ext cx="3276600" cy="5598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생성한 지표를 인간이 검토(Human-in-the-loop)하지 않고 무비판적으로 수용하여 16주간 허위 신호를 전파함.</a:t>
            </a:r>
            <a:endParaRPr lang="en-US" sz="1050" dirty="0"/>
          </a:p>
        </p:txBody>
      </p:sp>
      <p:sp>
        <p:nvSpPr>
          <p:cNvPr id="33" name="SK-7-text-32"/>
          <p:cNvSpPr/>
          <p:nvPr/>
        </p:nvSpPr>
        <p:spPr>
          <a:xfrm>
            <a:off x="4724400" y="4088904"/>
            <a:ext cx="2819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 할당 부재 (RACI)</a:t>
            </a:r>
            <a:endParaRPr lang="en-US" sz="1200" dirty="0"/>
          </a:p>
        </p:txBody>
      </p:sp>
      <p:sp>
        <p:nvSpPr>
          <p:cNvPr id="34" name="SK-7-text-33"/>
          <p:cNvSpPr/>
          <p:nvPr/>
        </p:nvSpPr>
        <p:spPr>
          <a:xfrm>
            <a:off x="4457700" y="4374654"/>
            <a:ext cx="3276600" cy="5598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예산 및 편익 측정(BEN)에 대한 Accountable 주체가 공란으로 방치되어 실패 지점에서 책임이 작동하지 않음.</a:t>
            </a:r>
            <a:endParaRPr lang="en-US" sz="1050" dirty="0"/>
          </a:p>
        </p:txBody>
      </p:sp>
      <p:sp>
        <p:nvSpPr>
          <p:cNvPr id="35" name="SK-7-text-34"/>
          <p:cNvSpPr/>
          <p:nvPr/>
        </p:nvSpPr>
        <p:spPr>
          <a:xfrm>
            <a:off x="8458200" y="4088904"/>
            <a:ext cx="3550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의사결정 원천(SSOT) 부재</a:t>
            </a:r>
            <a:endParaRPr lang="en-US" sz="1200" dirty="0"/>
          </a:p>
        </p:txBody>
      </p:sp>
      <p:sp>
        <p:nvSpPr>
          <p:cNvPr id="36" name="SK-7-text-35"/>
          <p:cNvSpPr/>
          <p:nvPr/>
        </p:nvSpPr>
        <p:spPr>
          <a:xfrm>
            <a:off x="8191500" y="4374654"/>
            <a:ext cx="3276600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리전의 의사결정이 파편화(메신저/구두/지역별 상이)되어 기록의 불일치와 중복 개발 등 비효율을 양산함.</a:t>
            </a:r>
            <a:endParaRPr lang="en-US" sz="1050" dirty="0"/>
          </a:p>
        </p:txBody>
      </p:sp>
      <p:sp>
        <p:nvSpPr>
          <p:cNvPr id="37" name="SK-7-text-36"/>
          <p:cNvSpPr/>
          <p:nvPr/>
        </p:nvSpPr>
        <p:spPr>
          <a:xfrm>
            <a:off x="1200150" y="5439370"/>
            <a:ext cx="10229850" cy="5066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95"/>
              </a:lnSpc>
              <a:buNone/>
            </a:pPr>
            <a:r>
              <a:rPr lang="en-US" sz="1425" b="1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"AI가 자동으로 보고하니까 괜찮다"는 착각이 문제를 증폭시켰다. AI는 질문을 안 했을 뿐 거짓말을 한 적이 없다. 질문을 설계하는 것은 인간(PM)의 몫이다.</a:t>
            </a:r>
            <a:endParaRPr lang="en-US" sz="1425" dirty="0"/>
          </a:p>
        </p:txBody>
      </p:sp>
      <p:sp>
        <p:nvSpPr>
          <p:cNvPr id="38" name="SK-7-text-37"/>
          <p:cNvSpPr/>
          <p:nvPr/>
        </p:nvSpPr>
        <p:spPr>
          <a:xfrm>
            <a:off x="1200150" y="5993606"/>
            <a:ext cx="103060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Insight: 기술적 자동화가 PM의 본질적인 판단과 질문의 책임을 대체할 수 없음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8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8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8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8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8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04950"/>
            <a:ext cx="5410200" cy="4972050"/>
          </a:xfrm>
          <a:prstGeom prst="rect">
            <a:avLst/>
          </a:prstGeom>
        </p:spPr>
      </p:pic>
      <p:pic>
        <p:nvPicPr>
          <p:cNvPr id="7" name="SK-8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619250"/>
            <a:ext cx="5181600" cy="390525"/>
          </a:xfrm>
          <a:prstGeom prst="rect">
            <a:avLst/>
          </a:prstGeom>
        </p:spPr>
      </p:pic>
      <p:pic>
        <p:nvPicPr>
          <p:cNvPr id="8" name="SK-8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1681163"/>
            <a:ext cx="238125" cy="190500"/>
          </a:xfrm>
          <a:prstGeom prst="rect">
            <a:avLst/>
          </a:prstGeom>
        </p:spPr>
      </p:pic>
      <p:pic>
        <p:nvPicPr>
          <p:cNvPr id="9" name="SK-8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124075"/>
            <a:ext cx="1295400" cy="352425"/>
          </a:xfrm>
          <a:prstGeom prst="rect">
            <a:avLst/>
          </a:prstGeom>
        </p:spPr>
      </p:pic>
      <p:pic>
        <p:nvPicPr>
          <p:cNvPr id="10" name="SK-8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81200" y="2124075"/>
            <a:ext cx="3886200" cy="352425"/>
          </a:xfrm>
          <a:prstGeom prst="rect">
            <a:avLst/>
          </a:prstGeom>
        </p:spPr>
      </p:pic>
      <p:pic>
        <p:nvPicPr>
          <p:cNvPr id="11" name="SK-8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2476500"/>
            <a:ext cx="1295400" cy="573881"/>
          </a:xfrm>
          <a:prstGeom prst="rect">
            <a:avLst/>
          </a:prstGeom>
        </p:spPr>
      </p:pic>
      <p:pic>
        <p:nvPicPr>
          <p:cNvPr id="12" name="SK-8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81200" y="2476500"/>
            <a:ext cx="3886200" cy="573881"/>
          </a:xfrm>
          <a:prstGeom prst="rect">
            <a:avLst/>
          </a:prstGeom>
        </p:spPr>
      </p:pic>
      <p:pic>
        <p:nvPicPr>
          <p:cNvPr id="13" name="SK-8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3050381"/>
            <a:ext cx="1295400" cy="573881"/>
          </a:xfrm>
          <a:prstGeom prst="rect">
            <a:avLst/>
          </a:prstGeom>
        </p:spPr>
      </p:pic>
      <p:pic>
        <p:nvPicPr>
          <p:cNvPr id="14" name="SK-8-img-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81200" y="3050381"/>
            <a:ext cx="3886200" cy="573881"/>
          </a:xfrm>
          <a:prstGeom prst="rect">
            <a:avLst/>
          </a:prstGeom>
        </p:spPr>
      </p:pic>
      <p:pic>
        <p:nvPicPr>
          <p:cNvPr id="15" name="SK-8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3624263"/>
            <a:ext cx="1295400" cy="884783"/>
          </a:xfrm>
          <a:prstGeom prst="rect">
            <a:avLst/>
          </a:prstGeom>
        </p:spPr>
      </p:pic>
      <p:pic>
        <p:nvPicPr>
          <p:cNvPr id="16" name="SK-8-img-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81200" y="3624263"/>
            <a:ext cx="3886200" cy="884783"/>
          </a:xfrm>
          <a:prstGeom prst="rect">
            <a:avLst/>
          </a:prstGeom>
        </p:spPr>
      </p:pic>
      <p:pic>
        <p:nvPicPr>
          <p:cNvPr id="17" name="SK-8-img-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4509046"/>
            <a:ext cx="1295400" cy="885081"/>
          </a:xfrm>
          <a:prstGeom prst="rect">
            <a:avLst/>
          </a:prstGeom>
        </p:spPr>
      </p:pic>
      <p:pic>
        <p:nvPicPr>
          <p:cNvPr id="18" name="SK-8-img-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81200" y="4509046"/>
            <a:ext cx="3886200" cy="885081"/>
          </a:xfrm>
          <a:prstGeom prst="rect">
            <a:avLst/>
          </a:prstGeom>
        </p:spPr>
      </p:pic>
      <p:pic>
        <p:nvPicPr>
          <p:cNvPr id="19" name="SK-8-img-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800" y="5508427"/>
            <a:ext cx="5181600" cy="854273"/>
          </a:xfrm>
          <a:prstGeom prst="rect">
            <a:avLst/>
          </a:prstGeom>
        </p:spPr>
      </p:pic>
      <p:pic>
        <p:nvPicPr>
          <p:cNvPr id="20" name="SK-8-img-1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1504950"/>
            <a:ext cx="5410200" cy="4972050"/>
          </a:xfrm>
          <a:prstGeom prst="rect">
            <a:avLst/>
          </a:prstGeom>
        </p:spPr>
      </p:pic>
      <p:pic>
        <p:nvPicPr>
          <p:cNvPr id="21" name="SK-8-img-2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1619250"/>
            <a:ext cx="5181600" cy="390525"/>
          </a:xfrm>
          <a:prstGeom prst="rect">
            <a:avLst/>
          </a:prstGeom>
        </p:spPr>
      </p:pic>
      <p:pic>
        <p:nvPicPr>
          <p:cNvPr id="22" name="SK-8-img-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24600" y="1681163"/>
            <a:ext cx="238125" cy="190500"/>
          </a:xfrm>
          <a:prstGeom prst="rect">
            <a:avLst/>
          </a:prstGeom>
        </p:spPr>
      </p:pic>
      <p:pic>
        <p:nvPicPr>
          <p:cNvPr id="23" name="SK-8-img-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24600" y="2124075"/>
            <a:ext cx="1813471" cy="352425"/>
          </a:xfrm>
          <a:prstGeom prst="rect">
            <a:avLst/>
          </a:prstGeom>
        </p:spPr>
      </p:pic>
      <p:pic>
        <p:nvPicPr>
          <p:cNvPr id="24" name="SK-8-img-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38071" y="2124075"/>
            <a:ext cx="3368129" cy="352425"/>
          </a:xfrm>
          <a:prstGeom prst="rect">
            <a:avLst/>
          </a:prstGeom>
        </p:spPr>
      </p:pic>
      <p:pic>
        <p:nvPicPr>
          <p:cNvPr id="25" name="SK-8-img-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24600" y="2476500"/>
            <a:ext cx="1813471" cy="729407"/>
          </a:xfrm>
          <a:prstGeom prst="rect">
            <a:avLst/>
          </a:prstGeom>
        </p:spPr>
      </p:pic>
      <p:pic>
        <p:nvPicPr>
          <p:cNvPr id="26" name="SK-8-img-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38071" y="2476500"/>
            <a:ext cx="3368129" cy="729407"/>
          </a:xfrm>
          <a:prstGeom prst="rect">
            <a:avLst/>
          </a:prstGeom>
        </p:spPr>
      </p:pic>
      <p:pic>
        <p:nvPicPr>
          <p:cNvPr id="27" name="SK-8-img-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24600" y="3205907"/>
            <a:ext cx="1813471" cy="729407"/>
          </a:xfrm>
          <a:prstGeom prst="rect">
            <a:avLst/>
          </a:prstGeom>
        </p:spPr>
      </p:pic>
      <p:pic>
        <p:nvPicPr>
          <p:cNvPr id="28" name="SK-8-img-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138071" y="3205907"/>
            <a:ext cx="3368129" cy="729407"/>
          </a:xfrm>
          <a:prstGeom prst="rect">
            <a:avLst/>
          </a:prstGeom>
        </p:spPr>
      </p:pic>
      <p:pic>
        <p:nvPicPr>
          <p:cNvPr id="29" name="SK-8-img-28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324600" y="3935313"/>
            <a:ext cx="1813471" cy="729407"/>
          </a:xfrm>
          <a:prstGeom prst="rect">
            <a:avLst/>
          </a:prstGeom>
        </p:spPr>
      </p:pic>
      <p:pic>
        <p:nvPicPr>
          <p:cNvPr id="30" name="SK-8-img-29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138071" y="3935313"/>
            <a:ext cx="3368129" cy="729407"/>
          </a:xfrm>
          <a:prstGeom prst="rect">
            <a:avLst/>
          </a:prstGeom>
        </p:spPr>
      </p:pic>
      <p:pic>
        <p:nvPicPr>
          <p:cNvPr id="31" name="SK-8-img-30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324600" y="4664720"/>
            <a:ext cx="1813471" cy="729407"/>
          </a:xfrm>
          <a:prstGeom prst="rect">
            <a:avLst/>
          </a:prstGeom>
        </p:spPr>
      </p:pic>
      <p:pic>
        <p:nvPicPr>
          <p:cNvPr id="32" name="SK-8-img-31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138071" y="4664720"/>
            <a:ext cx="3368129" cy="729407"/>
          </a:xfrm>
          <a:prstGeom prst="rect">
            <a:avLst/>
          </a:prstGeom>
        </p:spPr>
      </p:pic>
      <p:pic>
        <p:nvPicPr>
          <p:cNvPr id="33" name="SK-8-img-3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600" y="5508427"/>
            <a:ext cx="5181600" cy="854273"/>
          </a:xfrm>
          <a:prstGeom prst="rect">
            <a:avLst/>
          </a:prstGeom>
        </p:spPr>
      </p:pic>
      <p:sp>
        <p:nvSpPr>
          <p:cNvPr id="34" name="SK-8-text-33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5" name="SK-8-text-34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B-1. Mindset 진단: Proactive 및 Ownership</a:t>
            </a:r>
            <a:endParaRPr lang="en-US" sz="2550" dirty="0"/>
          </a:p>
        </p:txBody>
      </p:sp>
      <p:sp>
        <p:nvSpPr>
          <p:cNvPr id="36" name="SK-8-text-35"/>
          <p:cNvSpPr/>
          <p:nvPr/>
        </p:nvSpPr>
        <p:spPr>
          <a:xfrm>
            <a:off x="1019175" y="1619250"/>
            <a:ext cx="846582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Proactive (선제적 행동) → </a:t>
            </a:r>
            <a:r>
              <a:rPr lang="en-US" sz="16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Reactive</a:t>
            </a:r>
            <a:endParaRPr lang="en-US" sz="1650" dirty="0"/>
          </a:p>
        </p:txBody>
      </p:sp>
      <p:sp>
        <p:nvSpPr>
          <p:cNvPr id="37" name="SK-8-text-36"/>
          <p:cNvSpPr/>
          <p:nvPr/>
        </p:nvSpPr>
        <p:spPr>
          <a:xfrm>
            <a:off x="800100" y="2124075"/>
            <a:ext cx="1143000" cy="352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증거 지표</a:t>
            </a:r>
            <a:endParaRPr lang="en-US" sz="1050" dirty="0"/>
          </a:p>
        </p:txBody>
      </p:sp>
      <p:sp>
        <p:nvSpPr>
          <p:cNvPr id="38" name="SK-8-text-37"/>
          <p:cNvSpPr/>
          <p:nvPr/>
        </p:nvSpPr>
        <p:spPr>
          <a:xfrm>
            <a:off x="2095500" y="2124075"/>
            <a:ext cx="3733800" cy="352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 내용</a:t>
            </a:r>
            <a:endParaRPr lang="en-US" sz="1050" dirty="0"/>
          </a:p>
        </p:txBody>
      </p:sp>
      <p:sp>
        <p:nvSpPr>
          <p:cNvPr id="39" name="SK-8-textBg-38"/>
          <p:cNvSpPr/>
          <p:nvPr/>
        </p:nvSpPr>
        <p:spPr>
          <a:xfrm>
            <a:off x="800100" y="2562225"/>
            <a:ext cx="752475" cy="180975"/>
          </a:xfrm>
          <a:prstGeom prst="roundRect">
            <a:avLst>
              <a:gd name="adj" fmla="val 10526"/>
            </a:avLst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K-8-text-39"/>
          <p:cNvSpPr/>
          <p:nvPr/>
        </p:nvSpPr>
        <p:spPr>
          <a:xfrm>
            <a:off x="857250" y="2562225"/>
            <a:ext cx="697953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B5563"/>
                </a:solidFill>
              </a:rPr>
              <a:t>리스크 대장</a:t>
            </a:r>
            <a:endParaRPr lang="en-US" sz="900" dirty="0"/>
          </a:p>
        </p:txBody>
      </p:sp>
      <p:sp>
        <p:nvSpPr>
          <p:cNvPr id="41" name="SK-8-text-40"/>
          <p:cNvSpPr/>
          <p:nvPr/>
        </p:nvSpPr>
        <p:spPr>
          <a:xfrm>
            <a:off x="2095500" y="2476500"/>
            <a:ext cx="6953922" cy="57388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4/11 이후 갱신 0회. 신규 외부 리스크(Helion EOL) 미등록 방치</a:t>
            </a:r>
            <a:endParaRPr lang="en-US" sz="1050" dirty="0"/>
          </a:p>
        </p:txBody>
      </p:sp>
      <p:sp>
        <p:nvSpPr>
          <p:cNvPr id="42" name="SK-8-textBg-41"/>
          <p:cNvSpPr/>
          <p:nvPr/>
        </p:nvSpPr>
        <p:spPr>
          <a:xfrm>
            <a:off x="800100" y="3136106"/>
            <a:ext cx="752475" cy="180975"/>
          </a:xfrm>
          <a:prstGeom prst="roundRect">
            <a:avLst>
              <a:gd name="adj" fmla="val 10526"/>
            </a:avLst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K-8-text-42"/>
          <p:cNvSpPr/>
          <p:nvPr/>
        </p:nvSpPr>
        <p:spPr>
          <a:xfrm>
            <a:off x="857250" y="3136106"/>
            <a:ext cx="697953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B5563"/>
                </a:solidFill>
              </a:rPr>
              <a:t>파일럿 지표</a:t>
            </a:r>
            <a:endParaRPr lang="en-US" sz="900" dirty="0"/>
          </a:p>
        </p:txBody>
      </p:sp>
      <p:sp>
        <p:nvSpPr>
          <p:cNvPr id="44" name="SK-8-text-43"/>
          <p:cNvSpPr/>
          <p:nvPr/>
        </p:nvSpPr>
        <p:spPr>
          <a:xfrm>
            <a:off x="2095500" y="3050381"/>
            <a:ext cx="5397649" cy="57388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6주 연속 하락 및 6.1% 도달 상황을 D-37까지 방치</a:t>
            </a:r>
            <a:endParaRPr lang="en-US" sz="1050" dirty="0"/>
          </a:p>
        </p:txBody>
      </p:sp>
      <p:sp>
        <p:nvSpPr>
          <p:cNvPr id="45" name="SK-8-textBg-44"/>
          <p:cNvSpPr/>
          <p:nvPr/>
        </p:nvSpPr>
        <p:spPr>
          <a:xfrm>
            <a:off x="800100" y="3709988"/>
            <a:ext cx="542925" cy="180975"/>
          </a:xfrm>
          <a:prstGeom prst="roundRect">
            <a:avLst>
              <a:gd name="adj" fmla="val 10526"/>
            </a:avLst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K-8-text-45"/>
          <p:cNvSpPr/>
          <p:nvPr/>
        </p:nvSpPr>
        <p:spPr>
          <a:xfrm>
            <a:off x="857250" y="3709988"/>
            <a:ext cx="613611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B5563"/>
                </a:solidFill>
              </a:rPr>
              <a:t>G3 조건</a:t>
            </a:r>
            <a:endParaRPr lang="en-US" sz="900" dirty="0"/>
          </a:p>
        </p:txBody>
      </p:sp>
      <p:sp>
        <p:nvSpPr>
          <p:cNvPr id="47" name="SK-8-text-46"/>
          <p:cNvSpPr/>
          <p:nvPr/>
        </p:nvSpPr>
        <p:spPr>
          <a:xfrm>
            <a:off x="2095500" y="3624263"/>
            <a:ext cx="3657600" cy="8847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조건부 통과 3건에 대한 해소 추적 기록 없음. 엣지캐시 임의 무효화</a:t>
            </a:r>
            <a:endParaRPr lang="en-US" sz="1050" dirty="0"/>
          </a:p>
        </p:txBody>
      </p:sp>
      <p:sp>
        <p:nvSpPr>
          <p:cNvPr id="48" name="SK-8-textBg-47"/>
          <p:cNvSpPr/>
          <p:nvPr/>
        </p:nvSpPr>
        <p:spPr>
          <a:xfrm>
            <a:off x="800100" y="4594771"/>
            <a:ext cx="952500" cy="180975"/>
          </a:xfrm>
          <a:prstGeom prst="roundRect">
            <a:avLst>
              <a:gd name="adj" fmla="val 10526"/>
            </a:avLst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K-8-text-48"/>
          <p:cNvSpPr/>
          <p:nvPr/>
        </p:nvSpPr>
        <p:spPr>
          <a:xfrm>
            <a:off x="857250" y="4594771"/>
            <a:ext cx="1086307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B5563"/>
                </a:solidFill>
              </a:rPr>
              <a:t>AI 인프라 비용</a:t>
            </a:r>
            <a:endParaRPr lang="en-US" sz="900" dirty="0"/>
          </a:p>
        </p:txBody>
      </p:sp>
      <p:sp>
        <p:nvSpPr>
          <p:cNvPr id="50" name="SK-8-text-49"/>
          <p:cNvSpPr/>
          <p:nvPr/>
        </p:nvSpPr>
        <p:spPr>
          <a:xfrm>
            <a:off x="2095500" y="4509046"/>
            <a:ext cx="3657600" cy="88508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"지금은 여유 있다"며 방관 → 예산 89% 소진(21.4억) 후에야 인지</a:t>
            </a:r>
            <a:endParaRPr lang="en-US" sz="1050" dirty="0"/>
          </a:p>
        </p:txBody>
      </p:sp>
      <p:sp>
        <p:nvSpPr>
          <p:cNvPr id="51" name="SK-8-text-50"/>
          <p:cNvSpPr/>
          <p:nvPr/>
        </p:nvSpPr>
        <p:spPr>
          <a:xfrm>
            <a:off x="800100" y="5622727"/>
            <a:ext cx="50292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진단: 리스크 예방이 아닌 사후 수습 모드</a:t>
            </a:r>
            <a:endParaRPr lang="en-US" sz="1125" dirty="0"/>
          </a:p>
        </p:txBody>
      </p:sp>
      <p:sp>
        <p:nvSpPr>
          <p:cNvPr id="52" name="SK-8-text-51"/>
          <p:cNvSpPr/>
          <p:nvPr/>
        </p:nvSpPr>
        <p:spPr>
          <a:xfrm>
            <a:off x="800100" y="5875139"/>
            <a:ext cx="4953000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 리스크를 선제적으로 관리하지 않고 문제가 터진 후 대응하는 Reactive 패턴. "일단 넘어갑시다"식의 의사결정이 반복됨.</a:t>
            </a:r>
            <a:endParaRPr lang="en-US" sz="1050" dirty="0"/>
          </a:p>
        </p:txBody>
      </p:sp>
      <p:sp>
        <p:nvSpPr>
          <p:cNvPr id="53" name="SK-8-text-52"/>
          <p:cNvSpPr/>
          <p:nvPr/>
        </p:nvSpPr>
        <p:spPr>
          <a:xfrm>
            <a:off x="6657975" y="1619250"/>
            <a:ext cx="553402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Ownership (소유권) → </a:t>
            </a:r>
            <a:r>
              <a:rPr lang="en-US" sz="16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책임 공백</a:t>
            </a:r>
            <a:endParaRPr lang="en-US" sz="1650" dirty="0"/>
          </a:p>
        </p:txBody>
      </p:sp>
      <p:sp>
        <p:nvSpPr>
          <p:cNvPr id="54" name="SK-8-text-53"/>
          <p:cNvSpPr/>
          <p:nvPr/>
        </p:nvSpPr>
        <p:spPr>
          <a:xfrm>
            <a:off x="6438900" y="2124075"/>
            <a:ext cx="1661071" cy="352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RACI 분석 대상</a:t>
            </a:r>
            <a:endParaRPr lang="en-US" sz="1050" dirty="0"/>
          </a:p>
        </p:txBody>
      </p:sp>
      <p:sp>
        <p:nvSpPr>
          <p:cNvPr id="55" name="SK-8-text-54"/>
          <p:cNvSpPr/>
          <p:nvPr/>
        </p:nvSpPr>
        <p:spPr>
          <a:xfrm>
            <a:off x="8252371" y="2124075"/>
            <a:ext cx="3215729" cy="352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현황 및 결함 내용</a:t>
            </a:r>
            <a:endParaRPr lang="en-US" sz="1050" dirty="0"/>
          </a:p>
        </p:txBody>
      </p:sp>
      <p:sp>
        <p:nvSpPr>
          <p:cNvPr id="56" name="SK-8-text-55"/>
          <p:cNvSpPr/>
          <p:nvPr/>
        </p:nvSpPr>
        <p:spPr>
          <a:xfrm>
            <a:off x="6438900" y="2476500"/>
            <a:ext cx="1584871" cy="7294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예산 (Accountable)</a:t>
            </a:r>
            <a:endParaRPr lang="en-US" sz="1050" dirty="0"/>
          </a:p>
        </p:txBody>
      </p:sp>
      <p:sp>
        <p:nvSpPr>
          <p:cNvPr id="57" name="SK-8-text-56"/>
          <p:cNvSpPr/>
          <p:nvPr/>
        </p:nvSpPr>
        <p:spPr>
          <a:xfrm>
            <a:off x="8252371" y="2476500"/>
            <a:ext cx="3939629" cy="7294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i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(공란)</a:t>
            </a: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118억 중 24억 집행에 대한 최종책임자 부재</a:t>
            </a:r>
            <a:endParaRPr lang="en-US" sz="1050" dirty="0"/>
          </a:p>
        </p:txBody>
      </p:sp>
      <p:sp>
        <p:nvSpPr>
          <p:cNvPr id="58" name="SK-8-text-57"/>
          <p:cNvSpPr/>
          <p:nvPr/>
        </p:nvSpPr>
        <p:spPr>
          <a:xfrm>
            <a:off x="6438900" y="3205907"/>
            <a:ext cx="1584871" cy="7294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편익(BEN) 측정 Plan/Track</a:t>
            </a:r>
            <a:endParaRPr lang="en-US" sz="1050" dirty="0"/>
          </a:p>
        </p:txBody>
      </p:sp>
      <p:sp>
        <p:nvSpPr>
          <p:cNvPr id="59" name="SK-8-text-58"/>
          <p:cNvSpPr/>
          <p:nvPr/>
        </p:nvSpPr>
        <p:spPr>
          <a:xfrm>
            <a:off x="8252371" y="3205907"/>
            <a:ext cx="3139529" cy="7294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i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R, A, C, I 전체 공란</a:t>
            </a: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가치 실현에 대한 책임 할당 전무</a:t>
            </a:r>
            <a:endParaRPr lang="en-US" sz="1050" dirty="0"/>
          </a:p>
        </p:txBody>
      </p:sp>
      <p:sp>
        <p:nvSpPr>
          <p:cNvPr id="60" name="SK-8-text-59"/>
          <p:cNvSpPr/>
          <p:nvPr/>
        </p:nvSpPr>
        <p:spPr>
          <a:xfrm>
            <a:off x="6438900" y="3935313"/>
            <a:ext cx="1661071" cy="7294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주간보고 사람 검토자</a:t>
            </a:r>
            <a:endParaRPr lang="en-US" sz="1050" dirty="0"/>
          </a:p>
        </p:txBody>
      </p:sp>
      <p:sp>
        <p:nvSpPr>
          <p:cNvPr id="61" name="SK-8-text-60"/>
          <p:cNvSpPr/>
          <p:nvPr/>
        </p:nvSpPr>
        <p:spPr>
          <a:xfrm>
            <a:off x="8252371" y="3935313"/>
            <a:ext cx="3139529" cy="7294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i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(공란)</a:t>
            </a: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AI 봇이 생성한 보고서를 누구도 승인/검토하지 않음</a:t>
            </a:r>
            <a:endParaRPr lang="en-US" sz="1050" dirty="0"/>
          </a:p>
        </p:txBody>
      </p:sp>
      <p:sp>
        <p:nvSpPr>
          <p:cNvPr id="62" name="SK-8-text-61"/>
          <p:cNvSpPr/>
          <p:nvPr/>
        </p:nvSpPr>
        <p:spPr>
          <a:xfrm>
            <a:off x="6438900" y="4664720"/>
            <a:ext cx="1584871" cy="7294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텔레메트리 (Inform)</a:t>
            </a:r>
            <a:endParaRPr lang="en-US" sz="1050" dirty="0"/>
          </a:p>
        </p:txBody>
      </p:sp>
      <p:sp>
        <p:nvSpPr>
          <p:cNvPr id="63" name="SK-8-text-62"/>
          <p:cNvSpPr/>
          <p:nvPr/>
        </p:nvSpPr>
        <p:spPr>
          <a:xfrm>
            <a:off x="8252371" y="4664720"/>
            <a:ext cx="3139529" cy="7294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리드만 공유 — 프로젝트 핵심 결정권자(PM/PO/스폰서) 미포함</a:t>
            </a:r>
            <a:endParaRPr lang="en-US" sz="1050" dirty="0"/>
          </a:p>
        </p:txBody>
      </p:sp>
      <p:sp>
        <p:nvSpPr>
          <p:cNvPr id="64" name="SK-8-text-63"/>
          <p:cNvSpPr/>
          <p:nvPr/>
        </p:nvSpPr>
        <p:spPr>
          <a:xfrm>
            <a:off x="6438900" y="5622727"/>
            <a:ext cx="53911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진단: Accountability Void (책임 공백)</a:t>
            </a:r>
            <a:endParaRPr lang="en-US" sz="1125" dirty="0"/>
          </a:p>
        </p:txBody>
      </p:sp>
      <p:sp>
        <p:nvSpPr>
          <p:cNvPr id="65" name="SK-8-text-64"/>
          <p:cNvSpPr/>
          <p:nvPr/>
        </p:nvSpPr>
        <p:spPr>
          <a:xfrm>
            <a:off x="6438900" y="5875139"/>
            <a:ext cx="4953000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"누구의 책임인지 모호한 영역"에서 정확히 실패가 발생함. 책임이 명시되지 않은 지점이 프로젝트의 치명적 사각지대로 전락.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9-img-1" descr="preencoded.png">
            <a:extLst>
              <a:ext uri="{FF2B5EF4-FFF2-40B4-BE49-F238E27FC236}">
                <a16:creationId xmlns:a16="http://schemas.microsoft.com/office/drawing/2014/main" id="{324FD143-028E-1B4B-CBAF-321E5B571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9-img-2" descr="preencoded.png">
            <a:extLst>
              <a:ext uri="{FF2B5EF4-FFF2-40B4-BE49-F238E27FC236}">
                <a16:creationId xmlns:a16="http://schemas.microsoft.com/office/drawing/2014/main" id="{A4AD3F82-110B-72CC-F7C5-BD31E5ED4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9-img-3" descr="preencoded.png">
            <a:extLst>
              <a:ext uri="{FF2B5EF4-FFF2-40B4-BE49-F238E27FC236}">
                <a16:creationId xmlns:a16="http://schemas.microsoft.com/office/drawing/2014/main" id="{956E62D7-9A1F-9F46-B986-923DFF5E2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9-img-4" descr="preencoded.png">
            <a:extLst>
              <a:ext uri="{FF2B5EF4-FFF2-40B4-BE49-F238E27FC236}">
                <a16:creationId xmlns:a16="http://schemas.microsoft.com/office/drawing/2014/main" id="{EF452D32-F5E5-0961-B417-94C5D7155B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9-img-5" descr="preencoded.png">
            <a:extLst>
              <a:ext uri="{FF2B5EF4-FFF2-40B4-BE49-F238E27FC236}">
                <a16:creationId xmlns:a16="http://schemas.microsoft.com/office/drawing/2014/main" id="{5DB02012-D97C-F76B-7C44-7D71670559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416844"/>
            <a:ext cx="2154882" cy="228600"/>
          </a:xfrm>
          <a:prstGeom prst="rect">
            <a:avLst/>
          </a:prstGeom>
        </p:spPr>
      </p:pic>
      <p:pic>
        <p:nvPicPr>
          <p:cNvPr id="7" name="SK-9-img-6" descr="preencoded.png">
            <a:extLst>
              <a:ext uri="{FF2B5EF4-FFF2-40B4-BE49-F238E27FC236}">
                <a16:creationId xmlns:a16="http://schemas.microsoft.com/office/drawing/2014/main" id="{A000BAFF-8308-F011-D774-C6788ED8CD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785938"/>
            <a:ext cx="1104900" cy="352425"/>
          </a:xfrm>
          <a:prstGeom prst="rect">
            <a:avLst/>
          </a:prstGeom>
        </p:spPr>
      </p:pic>
      <p:pic>
        <p:nvPicPr>
          <p:cNvPr id="8" name="SK-9-img-7" descr="preencoded.png">
            <a:extLst>
              <a:ext uri="{FF2B5EF4-FFF2-40B4-BE49-F238E27FC236}">
                <a16:creationId xmlns:a16="http://schemas.microsoft.com/office/drawing/2014/main" id="{9A8D28AF-1A70-1515-1414-C617F5EE1F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6400" y="1785938"/>
            <a:ext cx="4972050" cy="352425"/>
          </a:xfrm>
          <a:prstGeom prst="rect">
            <a:avLst/>
          </a:prstGeom>
        </p:spPr>
      </p:pic>
      <p:pic>
        <p:nvPicPr>
          <p:cNvPr id="9" name="SK-9-img-8" descr="preencoded.png">
            <a:extLst>
              <a:ext uri="{FF2B5EF4-FFF2-40B4-BE49-F238E27FC236}">
                <a16:creationId xmlns:a16="http://schemas.microsoft.com/office/drawing/2014/main" id="{BEBA9487-DC4D-4509-E853-29E8D173D3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8450" y="1785938"/>
            <a:ext cx="4972050" cy="352425"/>
          </a:xfrm>
          <a:prstGeom prst="rect">
            <a:avLst/>
          </a:prstGeom>
        </p:spPr>
      </p:pic>
      <p:pic>
        <p:nvPicPr>
          <p:cNvPr id="10" name="SK-9-img-9" descr="preencoded.png">
            <a:extLst>
              <a:ext uri="{FF2B5EF4-FFF2-40B4-BE49-F238E27FC236}">
                <a16:creationId xmlns:a16="http://schemas.microsoft.com/office/drawing/2014/main" id="{FFECA78D-9C3A-1E25-C926-62F143B6E2B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2138363"/>
            <a:ext cx="1104900" cy="1351359"/>
          </a:xfrm>
          <a:prstGeom prst="rect">
            <a:avLst/>
          </a:prstGeom>
        </p:spPr>
      </p:pic>
      <p:pic>
        <p:nvPicPr>
          <p:cNvPr id="11" name="SK-9-img-10" descr="preencoded.png">
            <a:extLst>
              <a:ext uri="{FF2B5EF4-FFF2-40B4-BE49-F238E27FC236}">
                <a16:creationId xmlns:a16="http://schemas.microsoft.com/office/drawing/2014/main" id="{8574B6F9-9CA6-581F-8317-99F2433AE98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76400" y="2138363"/>
            <a:ext cx="4972050" cy="1351359"/>
          </a:xfrm>
          <a:prstGeom prst="rect">
            <a:avLst/>
          </a:prstGeom>
        </p:spPr>
      </p:pic>
      <p:pic>
        <p:nvPicPr>
          <p:cNvPr id="12" name="SK-9-img-11" descr="preencoded.png">
            <a:extLst>
              <a:ext uri="{FF2B5EF4-FFF2-40B4-BE49-F238E27FC236}">
                <a16:creationId xmlns:a16="http://schemas.microsoft.com/office/drawing/2014/main" id="{F4A2A608-469D-BA4C-84CD-85EA52E77E4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48450" y="2138363"/>
            <a:ext cx="4972050" cy="1351359"/>
          </a:xfrm>
          <a:prstGeom prst="rect">
            <a:avLst/>
          </a:prstGeom>
        </p:spPr>
      </p:pic>
      <p:pic>
        <p:nvPicPr>
          <p:cNvPr id="13" name="SK-9-img-12" descr="preencoded.png">
            <a:extLst>
              <a:ext uri="{FF2B5EF4-FFF2-40B4-BE49-F238E27FC236}">
                <a16:creationId xmlns:a16="http://schemas.microsoft.com/office/drawing/2014/main" id="{65CB39AD-2D4E-BCF1-C43A-ADC969AB11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3489722"/>
            <a:ext cx="1104900" cy="829121"/>
          </a:xfrm>
          <a:prstGeom prst="rect">
            <a:avLst/>
          </a:prstGeom>
        </p:spPr>
      </p:pic>
      <p:pic>
        <p:nvPicPr>
          <p:cNvPr id="14" name="SK-9-img-13" descr="preencoded.png">
            <a:extLst>
              <a:ext uri="{FF2B5EF4-FFF2-40B4-BE49-F238E27FC236}">
                <a16:creationId xmlns:a16="http://schemas.microsoft.com/office/drawing/2014/main" id="{B129A07E-AE15-6F5D-DF5F-1979A13FBFA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76400" y="3489722"/>
            <a:ext cx="4972050" cy="829121"/>
          </a:xfrm>
          <a:prstGeom prst="rect">
            <a:avLst/>
          </a:prstGeom>
        </p:spPr>
      </p:pic>
      <p:pic>
        <p:nvPicPr>
          <p:cNvPr id="15" name="SK-9-img-14" descr="preencoded.png">
            <a:extLst>
              <a:ext uri="{FF2B5EF4-FFF2-40B4-BE49-F238E27FC236}">
                <a16:creationId xmlns:a16="http://schemas.microsoft.com/office/drawing/2014/main" id="{E30A85E6-5CB5-405D-E6D5-EFCC3E96563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48450" y="3489722"/>
            <a:ext cx="4972050" cy="829121"/>
          </a:xfrm>
          <a:prstGeom prst="rect">
            <a:avLst/>
          </a:prstGeom>
        </p:spPr>
      </p:pic>
      <p:pic>
        <p:nvPicPr>
          <p:cNvPr id="16" name="SK-9-img-15" descr="preencoded.png">
            <a:extLst>
              <a:ext uri="{FF2B5EF4-FFF2-40B4-BE49-F238E27FC236}">
                <a16:creationId xmlns:a16="http://schemas.microsoft.com/office/drawing/2014/main" id="{9A9AB243-84B1-2AD2-DA5A-A147CB96052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4318843"/>
            <a:ext cx="1104900" cy="829419"/>
          </a:xfrm>
          <a:prstGeom prst="rect">
            <a:avLst/>
          </a:prstGeom>
        </p:spPr>
      </p:pic>
      <p:pic>
        <p:nvPicPr>
          <p:cNvPr id="17" name="SK-9-img-16" descr="preencoded.png">
            <a:extLst>
              <a:ext uri="{FF2B5EF4-FFF2-40B4-BE49-F238E27FC236}">
                <a16:creationId xmlns:a16="http://schemas.microsoft.com/office/drawing/2014/main" id="{F2357FE1-2F78-A0FE-EAE6-9E89BB1AD9D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76400" y="4318843"/>
            <a:ext cx="4972050" cy="829419"/>
          </a:xfrm>
          <a:prstGeom prst="rect">
            <a:avLst/>
          </a:prstGeom>
        </p:spPr>
      </p:pic>
      <p:pic>
        <p:nvPicPr>
          <p:cNvPr id="18" name="SK-9-img-17" descr="preencoded.png">
            <a:extLst>
              <a:ext uri="{FF2B5EF4-FFF2-40B4-BE49-F238E27FC236}">
                <a16:creationId xmlns:a16="http://schemas.microsoft.com/office/drawing/2014/main" id="{F58A06A1-A5DF-AD4B-A621-D9B3B043AA2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48450" y="4318843"/>
            <a:ext cx="4972050" cy="829419"/>
          </a:xfrm>
          <a:prstGeom prst="rect">
            <a:avLst/>
          </a:prstGeom>
        </p:spPr>
      </p:pic>
      <p:pic>
        <p:nvPicPr>
          <p:cNvPr id="19" name="SK-9-img-18" descr="preencoded.png">
            <a:extLst>
              <a:ext uri="{FF2B5EF4-FFF2-40B4-BE49-F238E27FC236}">
                <a16:creationId xmlns:a16="http://schemas.microsoft.com/office/drawing/2014/main" id="{D5A47B0A-3B40-47A8-9760-56C60914989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5281613"/>
            <a:ext cx="5457825" cy="1385888"/>
          </a:xfrm>
          <a:prstGeom prst="rect">
            <a:avLst/>
          </a:prstGeom>
        </p:spPr>
      </p:pic>
      <p:pic>
        <p:nvPicPr>
          <p:cNvPr id="20" name="SK-9-img-19" descr="preencoded.png">
            <a:extLst>
              <a:ext uri="{FF2B5EF4-FFF2-40B4-BE49-F238E27FC236}">
                <a16:creationId xmlns:a16="http://schemas.microsoft.com/office/drawing/2014/main" id="{80278037-7383-09DC-F8CA-A32D2BBD41E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5800" y="5427315"/>
            <a:ext cx="166688" cy="137220"/>
          </a:xfrm>
          <a:prstGeom prst="rect">
            <a:avLst/>
          </a:prstGeom>
        </p:spPr>
      </p:pic>
      <p:pic>
        <p:nvPicPr>
          <p:cNvPr id="21" name="SK-9-img-20" descr="preencoded.png">
            <a:extLst>
              <a:ext uri="{FF2B5EF4-FFF2-40B4-BE49-F238E27FC236}">
                <a16:creationId xmlns:a16="http://schemas.microsoft.com/office/drawing/2014/main" id="{73478397-4D53-9395-1DAC-3755C662740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62675" y="5281613"/>
            <a:ext cx="5457825" cy="1385888"/>
          </a:xfrm>
          <a:prstGeom prst="rect">
            <a:avLst/>
          </a:prstGeom>
        </p:spPr>
      </p:pic>
      <p:pic>
        <p:nvPicPr>
          <p:cNvPr id="22" name="SK-9-img-21" descr="preencoded.png">
            <a:extLst>
              <a:ext uri="{FF2B5EF4-FFF2-40B4-BE49-F238E27FC236}">
                <a16:creationId xmlns:a16="http://schemas.microsoft.com/office/drawing/2014/main" id="{FA781509-F4FF-291E-2E1B-F90BEAF2804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76975" y="5432227"/>
            <a:ext cx="154781" cy="125760"/>
          </a:xfrm>
          <a:prstGeom prst="rect">
            <a:avLst/>
          </a:prstGeom>
        </p:spPr>
      </p:pic>
      <p:pic>
        <p:nvPicPr>
          <p:cNvPr id="23" name="SK-9-img-22" descr="preencoded.png">
            <a:extLst>
              <a:ext uri="{FF2B5EF4-FFF2-40B4-BE49-F238E27FC236}">
                <a16:creationId xmlns:a16="http://schemas.microsoft.com/office/drawing/2014/main" id="{B5350EEA-AC4C-96C8-DA69-38BF53475B7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76975" y="5657850"/>
            <a:ext cx="154781" cy="125760"/>
          </a:xfrm>
          <a:prstGeom prst="rect">
            <a:avLst/>
          </a:prstGeom>
        </p:spPr>
      </p:pic>
      <p:pic>
        <p:nvPicPr>
          <p:cNvPr id="24" name="SK-9-img-23" descr="preencoded.png">
            <a:extLst>
              <a:ext uri="{FF2B5EF4-FFF2-40B4-BE49-F238E27FC236}">
                <a16:creationId xmlns:a16="http://schemas.microsoft.com/office/drawing/2014/main" id="{6444441B-E44F-2B33-EE5A-87FD91E1CC7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76975" y="5915025"/>
            <a:ext cx="154781" cy="125760"/>
          </a:xfrm>
          <a:prstGeom prst="rect">
            <a:avLst/>
          </a:prstGeom>
        </p:spPr>
      </p:pic>
      <p:pic>
        <p:nvPicPr>
          <p:cNvPr id="25" name="SK-9-img-24" descr="preencoded.png">
            <a:extLst>
              <a:ext uri="{FF2B5EF4-FFF2-40B4-BE49-F238E27FC236}">
                <a16:creationId xmlns:a16="http://schemas.microsoft.com/office/drawing/2014/main" id="{A46428CC-372B-0DD5-70B8-377DF30C339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76975" y="6172200"/>
            <a:ext cx="154781" cy="125760"/>
          </a:xfrm>
          <a:prstGeom prst="rect">
            <a:avLst/>
          </a:prstGeom>
        </p:spPr>
      </p:pic>
      <p:sp>
        <p:nvSpPr>
          <p:cNvPr id="26" name="SK-9-text-25">
            <a:extLst>
              <a:ext uri="{FF2B5EF4-FFF2-40B4-BE49-F238E27FC236}">
                <a16:creationId xmlns:a16="http://schemas.microsoft.com/office/drawing/2014/main" id="{43FE6FCA-8003-632A-7FAC-EB1DD7407759}"/>
              </a:ext>
            </a:extLst>
          </p:cNvPr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27" name="SK-9-text-26">
            <a:extLst>
              <a:ext uri="{FF2B5EF4-FFF2-40B4-BE49-F238E27FC236}">
                <a16:creationId xmlns:a16="http://schemas.microsoft.com/office/drawing/2014/main" id="{455995A5-0F7A-858E-1211-92F460CA9FA8}"/>
              </a:ext>
            </a:extLst>
          </p:cNvPr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B-1. Mindset 진단: Value-driven 및 종합 결과</a:t>
            </a:r>
            <a:endParaRPr lang="en-US" sz="2550" dirty="0"/>
          </a:p>
        </p:txBody>
      </p:sp>
      <p:sp>
        <p:nvSpPr>
          <p:cNvPr id="28" name="SK-9-text-27">
            <a:extLst>
              <a:ext uri="{FF2B5EF4-FFF2-40B4-BE49-F238E27FC236}">
                <a16:creationId xmlns:a16="http://schemas.microsoft.com/office/drawing/2014/main" id="{89451D73-FCC9-A24C-BD2F-9F47DC1317A4}"/>
              </a:ext>
            </a:extLst>
          </p:cNvPr>
          <p:cNvSpPr/>
          <p:nvPr/>
        </p:nvSpPr>
        <p:spPr>
          <a:xfrm>
            <a:off x="647700" y="1416844"/>
            <a:ext cx="3984962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EF4444"/>
                </a:solidFill>
              </a:rPr>
              <a:t>❌ Value-driven → Output-driven</a:t>
            </a:r>
            <a:endParaRPr lang="en-US" sz="900" dirty="0"/>
          </a:p>
        </p:txBody>
      </p:sp>
      <p:sp>
        <p:nvSpPr>
          <p:cNvPr id="29" name="SK-9-text-28">
            <a:extLst>
              <a:ext uri="{FF2B5EF4-FFF2-40B4-BE49-F238E27FC236}">
                <a16:creationId xmlns:a16="http://schemas.microsoft.com/office/drawing/2014/main" id="{57F7075C-2F17-FA08-73D0-062AEDC10AD1}"/>
              </a:ext>
            </a:extLst>
          </p:cNvPr>
          <p:cNvSpPr/>
          <p:nvPr/>
        </p:nvSpPr>
        <p:spPr>
          <a:xfrm>
            <a:off x="2821632" y="1409700"/>
            <a:ext cx="4161472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가치 중심 → 산출물 중심 (방기)</a:t>
            </a:r>
            <a:endParaRPr lang="en-US" sz="1275" dirty="0"/>
          </a:p>
        </p:txBody>
      </p:sp>
      <p:sp>
        <p:nvSpPr>
          <p:cNvPr id="30" name="SK-9-text-29">
            <a:extLst>
              <a:ext uri="{FF2B5EF4-FFF2-40B4-BE49-F238E27FC236}">
                <a16:creationId xmlns:a16="http://schemas.microsoft.com/office/drawing/2014/main" id="{01311ECC-16DC-6F66-EC3A-E3ED4D057F95}"/>
              </a:ext>
            </a:extLst>
          </p:cNvPr>
          <p:cNvSpPr/>
          <p:nvPr/>
        </p:nvSpPr>
        <p:spPr>
          <a:xfrm>
            <a:off x="685800" y="1785938"/>
            <a:ext cx="952500" cy="352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kern="0" spc="8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</a:t>
            </a:r>
            <a:endParaRPr lang="en-US" sz="1050" dirty="0"/>
          </a:p>
        </p:txBody>
      </p:sp>
      <p:sp>
        <p:nvSpPr>
          <p:cNvPr id="31" name="SK-9-text-30">
            <a:extLst>
              <a:ext uri="{FF2B5EF4-FFF2-40B4-BE49-F238E27FC236}">
                <a16:creationId xmlns:a16="http://schemas.microsoft.com/office/drawing/2014/main" id="{69ED5F4D-444C-241F-6537-B20B007822C0}"/>
              </a:ext>
            </a:extLst>
          </p:cNvPr>
          <p:cNvSpPr/>
          <p:nvPr/>
        </p:nvSpPr>
        <p:spPr>
          <a:xfrm>
            <a:off x="1790700" y="1785938"/>
            <a:ext cx="4819650" cy="352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kern="0" spc="8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 — PM이 관리한 것</a:t>
            </a:r>
            <a:endParaRPr lang="en-US" sz="1050" dirty="0"/>
          </a:p>
        </p:txBody>
      </p:sp>
      <p:sp>
        <p:nvSpPr>
          <p:cNvPr id="32" name="SK-9-text-31">
            <a:extLst>
              <a:ext uri="{FF2B5EF4-FFF2-40B4-BE49-F238E27FC236}">
                <a16:creationId xmlns:a16="http://schemas.microsoft.com/office/drawing/2014/main" id="{D39F70F8-C38F-BECF-3DE9-431780623107}"/>
              </a:ext>
            </a:extLst>
          </p:cNvPr>
          <p:cNvSpPr/>
          <p:nvPr/>
        </p:nvSpPr>
        <p:spPr>
          <a:xfrm>
            <a:off x="6762750" y="1785938"/>
            <a:ext cx="4819650" cy="352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kern="0" spc="8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Outcome — 방기한 것</a:t>
            </a:r>
            <a:endParaRPr lang="en-US" sz="1050" dirty="0"/>
          </a:p>
        </p:txBody>
      </p:sp>
      <p:sp>
        <p:nvSpPr>
          <p:cNvPr id="33" name="SK-9-text-32">
            <a:extLst>
              <a:ext uri="{FF2B5EF4-FFF2-40B4-BE49-F238E27FC236}">
                <a16:creationId xmlns:a16="http://schemas.microsoft.com/office/drawing/2014/main" id="{88D9BDE5-192D-FFF5-6701-C018F6B05422}"/>
              </a:ext>
            </a:extLst>
          </p:cNvPr>
          <p:cNvSpPr/>
          <p:nvPr/>
        </p:nvSpPr>
        <p:spPr>
          <a:xfrm>
            <a:off x="685800" y="2138363"/>
            <a:ext cx="952500" cy="13513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정의</a:t>
            </a:r>
            <a:endParaRPr lang="en-US" sz="1125" dirty="0"/>
          </a:p>
        </p:txBody>
      </p:sp>
      <p:sp>
        <p:nvSpPr>
          <p:cNvPr id="34" name="SK-9-text-33">
            <a:extLst>
              <a:ext uri="{FF2B5EF4-FFF2-40B4-BE49-F238E27FC236}">
                <a16:creationId xmlns:a16="http://schemas.microsoft.com/office/drawing/2014/main" id="{EC0FCFF9-80B7-76F7-AFAD-4E2A3243D90C}"/>
              </a:ext>
            </a:extLst>
          </p:cNvPr>
          <p:cNvSpPr/>
          <p:nvPr/>
        </p:nvSpPr>
        <p:spPr>
          <a:xfrm>
            <a:off x="1857375" y="2138363"/>
            <a:ext cx="4743450" cy="13513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dirty="0">
                <a:solidFill>
                  <a:srgbClr val="005AEE"/>
                </a:solidFill>
              </a:rPr>
              <a:t>OUTPUT</a:t>
            </a:r>
            <a:endParaRPr lang="en-US" sz="1125" dirty="0"/>
          </a:p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머지, 기능 수, 빌드 성공률</a:t>
            </a:r>
            <a:endParaRPr lang="en-US" sz="1125" dirty="0"/>
          </a:p>
        </p:txBody>
      </p:sp>
      <p:sp>
        <p:nvSpPr>
          <p:cNvPr id="35" name="SK-9-text-34">
            <a:extLst>
              <a:ext uri="{FF2B5EF4-FFF2-40B4-BE49-F238E27FC236}">
                <a16:creationId xmlns:a16="http://schemas.microsoft.com/office/drawing/2014/main" id="{1BF13391-8214-65E0-A735-6CAC174DDFDF}"/>
              </a:ext>
            </a:extLst>
          </p:cNvPr>
          <p:cNvSpPr/>
          <p:nvPr/>
        </p:nvSpPr>
        <p:spPr>
          <a:xfrm>
            <a:off x="6829425" y="2138363"/>
            <a:ext cx="4743450" cy="13513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dirty="0">
                <a:solidFill>
                  <a:srgbClr val="EF4444"/>
                </a:solidFill>
              </a:rPr>
              <a:t>OUTCOME</a:t>
            </a:r>
            <a:endParaRPr lang="en-US" sz="1125" dirty="0"/>
          </a:p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계약유지율, 무개입완주율, A/S 절감</a:t>
            </a:r>
            <a:endParaRPr lang="en-US" sz="1125" dirty="0"/>
          </a:p>
        </p:txBody>
      </p:sp>
      <p:sp>
        <p:nvSpPr>
          <p:cNvPr id="36" name="SK-9-text-35">
            <a:extLst>
              <a:ext uri="{FF2B5EF4-FFF2-40B4-BE49-F238E27FC236}">
                <a16:creationId xmlns:a16="http://schemas.microsoft.com/office/drawing/2014/main" id="{C78ABCE8-8E4E-CCED-9A63-70BFC096D63A}"/>
              </a:ext>
            </a:extLst>
          </p:cNvPr>
          <p:cNvSpPr/>
          <p:nvPr/>
        </p:nvSpPr>
        <p:spPr>
          <a:xfrm>
            <a:off x="685800" y="3489722"/>
            <a:ext cx="952500" cy="8291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</a:t>
            </a:r>
            <a:endParaRPr lang="en-US" sz="1125" dirty="0"/>
          </a:p>
        </p:txBody>
      </p:sp>
      <p:sp>
        <p:nvSpPr>
          <p:cNvPr id="37" name="SK-9-text-36">
            <a:extLst>
              <a:ext uri="{FF2B5EF4-FFF2-40B4-BE49-F238E27FC236}">
                <a16:creationId xmlns:a16="http://schemas.microsoft.com/office/drawing/2014/main" id="{8880B464-0D87-DBB7-3807-C8F9176AA41B}"/>
              </a:ext>
            </a:extLst>
          </p:cNvPr>
          <p:cNvSpPr/>
          <p:nvPr/>
        </p:nvSpPr>
        <p:spPr>
          <a:xfrm>
            <a:off x="1790700" y="3489722"/>
            <a:ext cx="4819650" cy="8291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SC-01~08 전부 GREEN</a:t>
            </a:r>
            <a:endParaRPr lang="en-US" sz="1125" dirty="0"/>
          </a:p>
        </p:txBody>
      </p:sp>
      <p:sp>
        <p:nvSpPr>
          <p:cNvPr id="38" name="SK-9-text-37">
            <a:extLst>
              <a:ext uri="{FF2B5EF4-FFF2-40B4-BE49-F238E27FC236}">
                <a16:creationId xmlns:a16="http://schemas.microsoft.com/office/drawing/2014/main" id="{B9195C6B-8568-7672-A43A-522AC9980613}"/>
              </a:ext>
            </a:extLst>
          </p:cNvPr>
          <p:cNvSpPr/>
          <p:nvPr/>
        </p:nvSpPr>
        <p:spPr>
          <a:xfrm>
            <a:off x="6762750" y="3584972"/>
            <a:ext cx="327660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BEN-01~05 전부 미측정</a:t>
            </a:r>
            <a:endParaRPr lang="en-US" sz="1125" dirty="0"/>
          </a:p>
        </p:txBody>
      </p:sp>
      <p:sp>
        <p:nvSpPr>
          <p:cNvPr id="39" name="SK-9-text-38">
            <a:extLst>
              <a:ext uri="{FF2B5EF4-FFF2-40B4-BE49-F238E27FC236}">
                <a16:creationId xmlns:a16="http://schemas.microsoft.com/office/drawing/2014/main" id="{596F79A3-79EE-8ECD-BE0A-00BB4B6363C4}"/>
              </a:ext>
            </a:extLst>
          </p:cNvPr>
          <p:cNvSpPr/>
          <p:nvPr/>
        </p:nvSpPr>
        <p:spPr>
          <a:xfrm>
            <a:off x="685800" y="4318843"/>
            <a:ext cx="952500" cy="8294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</a:t>
            </a:r>
            <a:endParaRPr lang="en-US" sz="1125" dirty="0"/>
          </a:p>
        </p:txBody>
      </p:sp>
      <p:sp>
        <p:nvSpPr>
          <p:cNvPr id="40" name="SK-9-text-39">
            <a:extLst>
              <a:ext uri="{FF2B5EF4-FFF2-40B4-BE49-F238E27FC236}">
                <a16:creationId xmlns:a16="http://schemas.microsoft.com/office/drawing/2014/main" id="{8D947D02-314E-8DA5-076F-CB1E97B79463}"/>
              </a:ext>
            </a:extLst>
          </p:cNvPr>
          <p:cNvSpPr/>
          <p:nvPr/>
        </p:nvSpPr>
        <p:spPr>
          <a:xfrm>
            <a:off x="1790700" y="4318843"/>
            <a:ext cx="4819650" cy="8294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"완료율 100%로 가야 합니다" (M-07)</a:t>
            </a:r>
            <a:endParaRPr lang="en-US" sz="1125" dirty="0"/>
          </a:p>
        </p:txBody>
      </p:sp>
      <p:sp>
        <p:nvSpPr>
          <p:cNvPr id="41" name="SK-9-text-40">
            <a:extLst>
              <a:ext uri="{FF2B5EF4-FFF2-40B4-BE49-F238E27FC236}">
                <a16:creationId xmlns:a16="http://schemas.microsoft.com/office/drawing/2014/main" id="{D6D98567-E2C4-94FC-730A-001FAAC14179}"/>
              </a:ext>
            </a:extLst>
          </p:cNvPr>
          <p:cNvSpPr/>
          <p:nvPr/>
        </p:nvSpPr>
        <p:spPr>
          <a:xfrm>
            <a:off x="6762750" y="4414093"/>
            <a:ext cx="390525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"계약유지율 45%였습니다" → 무시됨</a:t>
            </a:r>
            <a:endParaRPr lang="en-US" sz="1125" dirty="0"/>
          </a:p>
        </p:txBody>
      </p:sp>
      <p:sp>
        <p:nvSpPr>
          <p:cNvPr id="42" name="SK-9-text-41">
            <a:extLst>
              <a:ext uri="{FF2B5EF4-FFF2-40B4-BE49-F238E27FC236}">
                <a16:creationId xmlns:a16="http://schemas.microsoft.com/office/drawing/2014/main" id="{15E5D1E2-2B35-C1BB-731C-3174D93E1789}"/>
              </a:ext>
            </a:extLst>
          </p:cNvPr>
          <p:cNvSpPr/>
          <p:nvPr/>
        </p:nvSpPr>
        <p:spPr>
          <a:xfrm>
            <a:off x="928688" y="5395913"/>
            <a:ext cx="39624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</a:t>
            </a:r>
            <a:endParaRPr lang="en-US" sz="1050" dirty="0"/>
          </a:p>
        </p:txBody>
      </p:sp>
      <p:sp>
        <p:nvSpPr>
          <p:cNvPr id="43" name="SK-9-text-42">
            <a:extLst>
              <a:ext uri="{FF2B5EF4-FFF2-40B4-BE49-F238E27FC236}">
                <a16:creationId xmlns:a16="http://schemas.microsoft.com/office/drawing/2014/main" id="{F0EA599F-CD3D-4CCF-C957-71B296831DA0}"/>
              </a:ext>
            </a:extLst>
          </p:cNvPr>
          <p:cNvSpPr/>
          <p:nvPr/>
        </p:nvSpPr>
        <p:spPr>
          <a:xfrm>
            <a:off x="685800" y="5653088"/>
            <a:ext cx="5229225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프로젝트의 존재 이유(Business Case: 118억 투자 근거)와 PM의 관리 초점이 </a:t>
            </a: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완전히 분리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됨. SC-01~08은 전부 Output만 측정했고, BEN(Outcome)은 "프로젝트 기간 내 측정 불가"로 배제됨 (M-01).</a:t>
            </a:r>
            <a:endParaRPr lang="en-US" sz="1050" dirty="0"/>
          </a:p>
        </p:txBody>
      </p:sp>
      <p:sp>
        <p:nvSpPr>
          <p:cNvPr id="44" name="SK-9-text-43">
            <a:extLst>
              <a:ext uri="{FF2B5EF4-FFF2-40B4-BE49-F238E27FC236}">
                <a16:creationId xmlns:a16="http://schemas.microsoft.com/office/drawing/2014/main" id="{82967F8F-89FA-5040-C11B-217662C1995B}"/>
              </a:ext>
            </a:extLst>
          </p:cNvPr>
          <p:cNvSpPr/>
          <p:nvPr/>
        </p:nvSpPr>
        <p:spPr>
          <a:xfrm>
            <a:off x="6431756" y="5395913"/>
            <a:ext cx="5229225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kern="0" spc="39" dirty="0">
                <a:solidFill>
                  <a:srgbClr val="F59E0B"/>
                </a:solidFill>
              </a:rPr>
              <a:t>  핵심 충돌 — 실제 대화 기록</a:t>
            </a:r>
            <a:endParaRPr lang="en-US" sz="975" dirty="0"/>
          </a:p>
        </p:txBody>
      </p:sp>
      <p:sp>
        <p:nvSpPr>
          <p:cNvPr id="45" name="SK-9-text-44">
            <a:extLst>
              <a:ext uri="{FF2B5EF4-FFF2-40B4-BE49-F238E27FC236}">
                <a16:creationId xmlns:a16="http://schemas.microsoft.com/office/drawing/2014/main" id="{AD17FA6F-70CA-5CFE-5B80-2FDC3CAFAB30}"/>
              </a:ext>
            </a:extLst>
          </p:cNvPr>
          <p:cNvSpPr/>
          <p:nvPr/>
        </p:nvSpPr>
        <p:spPr>
          <a:xfrm>
            <a:off x="6488906" y="5638800"/>
            <a:ext cx="517398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(M-07):</a:t>
            </a: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"완료율 100%로 가야 합니다"</a:t>
            </a:r>
            <a:endParaRPr lang="en-US" sz="1050" dirty="0"/>
          </a:p>
        </p:txBody>
      </p:sp>
      <p:sp>
        <p:nvSpPr>
          <p:cNvPr id="46" name="SK-9-text-45">
            <a:extLst>
              <a:ext uri="{FF2B5EF4-FFF2-40B4-BE49-F238E27FC236}">
                <a16:creationId xmlns:a16="http://schemas.microsoft.com/office/drawing/2014/main" id="{F73DCF38-604F-5DCE-F8CB-2E1F77FDA52A}"/>
              </a:ext>
            </a:extLst>
          </p:cNvPr>
          <p:cNvSpPr/>
          <p:nvPr/>
        </p:nvSpPr>
        <p:spPr>
          <a:xfrm>
            <a:off x="6488906" y="5895975"/>
            <a:ext cx="544068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 노유진 (8/14):</a:t>
            </a: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"계약유지율이 약속" → </a:t>
            </a: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무시됨</a:t>
            </a:r>
            <a:endParaRPr lang="en-US" sz="1050" dirty="0"/>
          </a:p>
        </p:txBody>
      </p:sp>
      <p:sp>
        <p:nvSpPr>
          <p:cNvPr id="47" name="SK-9-text-46">
            <a:extLst>
              <a:ext uri="{FF2B5EF4-FFF2-40B4-BE49-F238E27FC236}">
                <a16:creationId xmlns:a16="http://schemas.microsoft.com/office/drawing/2014/main" id="{465A17CC-88C6-67AF-8994-68187CE758CE}"/>
              </a:ext>
            </a:extLst>
          </p:cNvPr>
          <p:cNvSpPr/>
          <p:nvPr/>
        </p:nvSpPr>
        <p:spPr>
          <a:xfrm>
            <a:off x="6488906" y="6153150"/>
            <a:ext cx="5017294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 완료 100% ≠ 고객 가치 전달. 프로젝트 목적(118억 투자 근거)과 관리 초점이 분리된 구조적 실패.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113901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9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9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9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47650"/>
            <a:ext cx="2122289" cy="276225"/>
          </a:xfrm>
          <a:prstGeom prst="rect">
            <a:avLst/>
          </a:prstGeom>
        </p:spPr>
      </p:pic>
      <p:pic>
        <p:nvPicPr>
          <p:cNvPr id="5" name="SK-9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381000"/>
            <a:ext cx="8812411" cy="9525"/>
          </a:xfrm>
          <a:prstGeom prst="rect">
            <a:avLst/>
          </a:prstGeom>
        </p:spPr>
      </p:pic>
      <p:pic>
        <p:nvPicPr>
          <p:cNvPr id="6" name="SK-9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85913"/>
            <a:ext cx="6309420" cy="609600"/>
          </a:xfrm>
          <a:prstGeom prst="rect">
            <a:avLst/>
          </a:prstGeom>
        </p:spPr>
      </p:pic>
      <p:pic>
        <p:nvPicPr>
          <p:cNvPr id="7" name="SK-9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0338" y="1778794"/>
            <a:ext cx="688181" cy="223838"/>
          </a:xfrm>
          <a:prstGeom prst="rect">
            <a:avLst/>
          </a:prstGeom>
        </p:spPr>
      </p:pic>
      <p:pic>
        <p:nvPicPr>
          <p:cNvPr id="8" name="SK-9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4638" y="1827758"/>
            <a:ext cx="154781" cy="125760"/>
          </a:xfrm>
          <a:prstGeom prst="rect">
            <a:avLst/>
          </a:prstGeom>
        </p:spPr>
      </p:pic>
      <p:pic>
        <p:nvPicPr>
          <p:cNvPr id="9" name="SK-9-img-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252663"/>
            <a:ext cx="6309420" cy="609600"/>
          </a:xfrm>
          <a:prstGeom prst="rect">
            <a:avLst/>
          </a:prstGeom>
        </p:spPr>
      </p:pic>
      <p:pic>
        <p:nvPicPr>
          <p:cNvPr id="10" name="SK-9-img-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0338" y="2445544"/>
            <a:ext cx="688181" cy="223838"/>
          </a:xfrm>
          <a:prstGeom prst="rect">
            <a:avLst/>
          </a:prstGeom>
        </p:spPr>
      </p:pic>
      <p:pic>
        <p:nvPicPr>
          <p:cNvPr id="11" name="SK-9-img-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4638" y="2494508"/>
            <a:ext cx="154781" cy="125760"/>
          </a:xfrm>
          <a:prstGeom prst="rect">
            <a:avLst/>
          </a:prstGeom>
        </p:spPr>
      </p:pic>
      <p:pic>
        <p:nvPicPr>
          <p:cNvPr id="12" name="SK-9-img-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919413"/>
            <a:ext cx="6309420" cy="609600"/>
          </a:xfrm>
          <a:prstGeom prst="rect">
            <a:avLst/>
          </a:prstGeom>
        </p:spPr>
      </p:pic>
      <p:pic>
        <p:nvPicPr>
          <p:cNvPr id="13" name="SK-9-img-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92688" y="3112294"/>
            <a:ext cx="935831" cy="223838"/>
          </a:xfrm>
          <a:prstGeom prst="rect">
            <a:avLst/>
          </a:prstGeom>
        </p:spPr>
      </p:pic>
      <p:pic>
        <p:nvPicPr>
          <p:cNvPr id="14" name="SK-9-img-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06988" y="3161258"/>
            <a:ext cx="154781" cy="125760"/>
          </a:xfrm>
          <a:prstGeom prst="rect">
            <a:avLst/>
          </a:prstGeom>
        </p:spPr>
      </p:pic>
      <p:pic>
        <p:nvPicPr>
          <p:cNvPr id="15" name="SK-9-img-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586163"/>
            <a:ext cx="6309420" cy="609600"/>
          </a:xfrm>
          <a:prstGeom prst="rect">
            <a:avLst/>
          </a:prstGeom>
        </p:spPr>
      </p:pic>
      <p:pic>
        <p:nvPicPr>
          <p:cNvPr id="16" name="SK-9-img-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92688" y="3779044"/>
            <a:ext cx="935831" cy="223838"/>
          </a:xfrm>
          <a:prstGeom prst="rect">
            <a:avLst/>
          </a:prstGeom>
        </p:spPr>
      </p:pic>
      <p:pic>
        <p:nvPicPr>
          <p:cNvPr id="17" name="SK-9-img-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06988" y="3828008"/>
            <a:ext cx="154781" cy="125760"/>
          </a:xfrm>
          <a:prstGeom prst="rect">
            <a:avLst/>
          </a:prstGeom>
        </p:spPr>
      </p:pic>
      <p:pic>
        <p:nvPicPr>
          <p:cNvPr id="18" name="SK-9-img-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4252913"/>
            <a:ext cx="6309420" cy="609600"/>
          </a:xfrm>
          <a:prstGeom prst="rect">
            <a:avLst/>
          </a:prstGeom>
        </p:spPr>
      </p:pic>
      <p:pic>
        <p:nvPicPr>
          <p:cNvPr id="19" name="SK-9-img-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92688" y="4445794"/>
            <a:ext cx="935831" cy="223838"/>
          </a:xfrm>
          <a:prstGeom prst="rect">
            <a:avLst/>
          </a:prstGeom>
        </p:spPr>
      </p:pic>
      <p:pic>
        <p:nvPicPr>
          <p:cNvPr id="20" name="SK-9-img-1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06988" y="4494758"/>
            <a:ext cx="154781" cy="125760"/>
          </a:xfrm>
          <a:prstGeom prst="rect">
            <a:avLst/>
          </a:prstGeom>
        </p:spPr>
      </p:pic>
      <p:pic>
        <p:nvPicPr>
          <p:cNvPr id="21" name="SK-9-img-2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919663"/>
            <a:ext cx="6309420" cy="609600"/>
          </a:xfrm>
          <a:prstGeom prst="rect">
            <a:avLst/>
          </a:prstGeom>
        </p:spPr>
      </p:pic>
      <p:pic>
        <p:nvPicPr>
          <p:cNvPr id="22" name="SK-9-img-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92688" y="5112544"/>
            <a:ext cx="935831" cy="223838"/>
          </a:xfrm>
          <a:prstGeom prst="rect">
            <a:avLst/>
          </a:prstGeom>
        </p:spPr>
      </p:pic>
      <p:pic>
        <p:nvPicPr>
          <p:cNvPr id="23" name="SK-9-img-2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06988" y="5161508"/>
            <a:ext cx="154781" cy="125760"/>
          </a:xfrm>
          <a:prstGeom prst="rect">
            <a:avLst/>
          </a:prstGeom>
        </p:spPr>
      </p:pic>
      <p:pic>
        <p:nvPicPr>
          <p:cNvPr id="24" name="SK-9-img-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5681663"/>
            <a:ext cx="6309420" cy="852488"/>
          </a:xfrm>
          <a:prstGeom prst="rect">
            <a:avLst/>
          </a:prstGeom>
        </p:spPr>
      </p:pic>
      <p:pic>
        <p:nvPicPr>
          <p:cNvPr id="25" name="SK-9-img-2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3900" y="5809655"/>
            <a:ext cx="178594" cy="148828"/>
          </a:xfrm>
          <a:prstGeom prst="rect">
            <a:avLst/>
          </a:prstGeom>
        </p:spPr>
      </p:pic>
      <p:pic>
        <p:nvPicPr>
          <p:cNvPr id="26" name="SK-9-img-2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85720" y="1585913"/>
            <a:ext cx="4434780" cy="5024438"/>
          </a:xfrm>
          <a:prstGeom prst="rect">
            <a:avLst/>
          </a:prstGeom>
        </p:spPr>
      </p:pic>
      <p:pic>
        <p:nvPicPr>
          <p:cNvPr id="27" name="SK-9-img-26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00020" y="1700213"/>
            <a:ext cx="4206180" cy="609600"/>
          </a:xfrm>
          <a:prstGeom prst="rect">
            <a:avLst/>
          </a:prstGeom>
        </p:spPr>
      </p:pic>
      <p:pic>
        <p:nvPicPr>
          <p:cNvPr id="28" name="SK-9-img-2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00020" y="2405063"/>
            <a:ext cx="4206180" cy="609600"/>
          </a:xfrm>
          <a:prstGeom prst="rect">
            <a:avLst/>
          </a:prstGeom>
        </p:spPr>
      </p:pic>
      <p:pic>
        <p:nvPicPr>
          <p:cNvPr id="29" name="SK-9-img-2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00020" y="3109913"/>
            <a:ext cx="4206180" cy="609600"/>
          </a:xfrm>
          <a:prstGeom prst="rect">
            <a:avLst/>
          </a:prstGeom>
        </p:spPr>
      </p:pic>
      <p:pic>
        <p:nvPicPr>
          <p:cNvPr id="30" name="SK-9-img-2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00020" y="3814763"/>
            <a:ext cx="4206180" cy="609600"/>
          </a:xfrm>
          <a:prstGeom prst="rect">
            <a:avLst/>
          </a:prstGeom>
        </p:spPr>
      </p:pic>
      <p:pic>
        <p:nvPicPr>
          <p:cNvPr id="31" name="SK-9-img-3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00020" y="4519613"/>
            <a:ext cx="4206180" cy="609600"/>
          </a:xfrm>
          <a:prstGeom prst="rect">
            <a:avLst/>
          </a:prstGeom>
        </p:spPr>
      </p:pic>
      <p:pic>
        <p:nvPicPr>
          <p:cNvPr id="32" name="SK-9-img-3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00020" y="5224463"/>
            <a:ext cx="4206180" cy="609600"/>
          </a:xfrm>
          <a:prstGeom prst="rect">
            <a:avLst/>
          </a:prstGeom>
        </p:spPr>
      </p:pic>
      <p:sp>
        <p:nvSpPr>
          <p:cNvPr id="33" name="SK-9-text-32"/>
          <p:cNvSpPr/>
          <p:nvPr/>
        </p:nvSpPr>
        <p:spPr>
          <a:xfrm>
            <a:off x="647700" y="24765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4" name="SK-9-text-33"/>
          <p:cNvSpPr/>
          <p:nvPr/>
        </p:nvSpPr>
        <p:spPr>
          <a:xfrm>
            <a:off x="571500" y="600075"/>
            <a:ext cx="11620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B-1.5. Mindset </a:t>
            </a:r>
            <a:r>
              <a:rPr lang="ko-KR" alt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관점에서 </a:t>
            </a: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6대 원칙 위반 진단</a:t>
            </a:r>
            <a:endParaRPr lang="en-US" sz="2550" dirty="0"/>
          </a:p>
        </p:txBody>
      </p:sp>
      <p:sp>
        <p:nvSpPr>
          <p:cNvPr id="35" name="SK-9-text-34"/>
          <p:cNvSpPr/>
          <p:nvPr/>
        </p:nvSpPr>
        <p:spPr>
          <a:xfrm>
            <a:off x="571500" y="1200150"/>
            <a:ext cx="1162050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전체론적 관점, 가치 집중, 책임감 있는 리더 등 주요 원칙의 위반 사례를 HERMES 프로젝트의 증거와 함께 평가합니다.</a:t>
            </a:r>
            <a:endParaRPr lang="en-US" sz="1275" dirty="0"/>
          </a:p>
        </p:txBody>
      </p:sp>
      <p:sp>
        <p:nvSpPr>
          <p:cNvPr id="36" name="SK-9-text-35"/>
          <p:cNvSpPr/>
          <p:nvPr/>
        </p:nvSpPr>
        <p:spPr>
          <a:xfrm>
            <a:off x="723900" y="1762125"/>
            <a:ext cx="7715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9CA3AF"/>
                </a:solidFill>
              </a:rPr>
              <a:t>01</a:t>
            </a:r>
            <a:endParaRPr lang="en-US" sz="1350" dirty="0"/>
          </a:p>
        </p:txBody>
      </p:sp>
      <p:sp>
        <p:nvSpPr>
          <p:cNvPr id="37" name="SK-9-text-36"/>
          <p:cNvSpPr/>
          <p:nvPr/>
        </p:nvSpPr>
        <p:spPr>
          <a:xfrm>
            <a:off x="1219200" y="1747838"/>
            <a:ext cx="76390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전체론적 관점 채택 (Holistic Perspective)</a:t>
            </a:r>
            <a:endParaRPr lang="en-US" sz="1500" dirty="0"/>
          </a:p>
        </p:txBody>
      </p:sp>
      <p:sp>
        <p:nvSpPr>
          <p:cNvPr id="38" name="SK-9-text-37"/>
          <p:cNvSpPr/>
          <p:nvPr/>
        </p:nvSpPr>
        <p:spPr>
          <a:xfrm>
            <a:off x="6366570" y="1778794"/>
            <a:ext cx="459581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위반</a:t>
            </a:r>
            <a:endParaRPr lang="en-US" sz="975" dirty="0"/>
          </a:p>
        </p:txBody>
      </p:sp>
      <p:sp>
        <p:nvSpPr>
          <p:cNvPr id="39" name="SK-9-text-38"/>
          <p:cNvSpPr/>
          <p:nvPr/>
        </p:nvSpPr>
        <p:spPr>
          <a:xfrm>
            <a:off x="723900" y="2428875"/>
            <a:ext cx="7715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9CA3AF"/>
                </a:solidFill>
              </a:rPr>
              <a:t>02</a:t>
            </a:r>
            <a:endParaRPr lang="en-US" sz="1350" dirty="0"/>
          </a:p>
        </p:txBody>
      </p:sp>
      <p:sp>
        <p:nvSpPr>
          <p:cNvPr id="40" name="SK-9-text-39"/>
          <p:cNvSpPr/>
          <p:nvPr/>
        </p:nvSpPr>
        <p:spPr>
          <a:xfrm>
            <a:off x="1219200" y="2414588"/>
            <a:ext cx="60388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가치에 대한 집중 (Focus on Value)</a:t>
            </a:r>
            <a:endParaRPr lang="en-US" sz="1500" dirty="0"/>
          </a:p>
        </p:txBody>
      </p:sp>
      <p:sp>
        <p:nvSpPr>
          <p:cNvPr id="41" name="SK-9-text-40"/>
          <p:cNvSpPr/>
          <p:nvPr/>
        </p:nvSpPr>
        <p:spPr>
          <a:xfrm>
            <a:off x="6366570" y="2445544"/>
            <a:ext cx="459581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위반</a:t>
            </a:r>
            <a:endParaRPr lang="en-US" sz="975" dirty="0"/>
          </a:p>
        </p:txBody>
      </p:sp>
      <p:sp>
        <p:nvSpPr>
          <p:cNvPr id="42" name="SK-9-text-41"/>
          <p:cNvSpPr/>
          <p:nvPr/>
        </p:nvSpPr>
        <p:spPr>
          <a:xfrm>
            <a:off x="723900" y="3095625"/>
            <a:ext cx="7715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9CA3AF"/>
                </a:solidFill>
              </a:rPr>
              <a:t>03</a:t>
            </a:r>
            <a:endParaRPr lang="en-US" sz="1350" dirty="0"/>
          </a:p>
        </p:txBody>
      </p:sp>
      <p:sp>
        <p:nvSpPr>
          <p:cNvPr id="43" name="SK-9-text-42"/>
          <p:cNvSpPr/>
          <p:nvPr/>
        </p:nvSpPr>
        <p:spPr>
          <a:xfrm>
            <a:off x="1219200" y="3081338"/>
            <a:ext cx="53530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내재화 (Embody Quality)</a:t>
            </a:r>
            <a:endParaRPr lang="en-US" sz="1500" dirty="0"/>
          </a:p>
        </p:txBody>
      </p:sp>
      <p:sp>
        <p:nvSpPr>
          <p:cNvPr id="44" name="SK-9-text-43"/>
          <p:cNvSpPr/>
          <p:nvPr/>
        </p:nvSpPr>
        <p:spPr>
          <a:xfrm>
            <a:off x="6118920" y="3112294"/>
            <a:ext cx="707231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간접위반</a:t>
            </a:r>
            <a:endParaRPr lang="en-US" sz="975" dirty="0"/>
          </a:p>
        </p:txBody>
      </p:sp>
      <p:sp>
        <p:nvSpPr>
          <p:cNvPr id="45" name="SK-9-text-44"/>
          <p:cNvSpPr/>
          <p:nvPr/>
        </p:nvSpPr>
        <p:spPr>
          <a:xfrm>
            <a:off x="723900" y="3762375"/>
            <a:ext cx="7715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9CA3AF"/>
                </a:solidFill>
              </a:rPr>
              <a:t>04</a:t>
            </a:r>
            <a:endParaRPr lang="en-US" sz="1350" dirty="0"/>
          </a:p>
        </p:txBody>
      </p:sp>
      <p:sp>
        <p:nvSpPr>
          <p:cNvPr id="46" name="SK-9-text-45"/>
          <p:cNvSpPr/>
          <p:nvPr/>
        </p:nvSpPr>
        <p:spPr>
          <a:xfrm>
            <a:off x="1219200" y="3748087"/>
            <a:ext cx="80962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책임감 있는 리더 (Be a Responsible Leader)</a:t>
            </a:r>
            <a:endParaRPr lang="en-US" sz="1500" dirty="0"/>
          </a:p>
        </p:txBody>
      </p:sp>
      <p:sp>
        <p:nvSpPr>
          <p:cNvPr id="47" name="SK-9-text-46"/>
          <p:cNvSpPr/>
          <p:nvPr/>
        </p:nvSpPr>
        <p:spPr>
          <a:xfrm>
            <a:off x="6118920" y="3779044"/>
            <a:ext cx="707231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핵심위반</a:t>
            </a:r>
            <a:endParaRPr lang="en-US" sz="975" dirty="0"/>
          </a:p>
        </p:txBody>
      </p:sp>
      <p:sp>
        <p:nvSpPr>
          <p:cNvPr id="48" name="SK-9-text-47"/>
          <p:cNvSpPr/>
          <p:nvPr/>
        </p:nvSpPr>
        <p:spPr>
          <a:xfrm>
            <a:off x="723900" y="4429125"/>
            <a:ext cx="7715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9CA3AF"/>
                </a:solidFill>
              </a:rPr>
              <a:t>05</a:t>
            </a:r>
            <a:endParaRPr lang="en-US" sz="1350" dirty="0"/>
          </a:p>
        </p:txBody>
      </p:sp>
      <p:sp>
        <p:nvSpPr>
          <p:cNvPr id="49" name="SK-9-text-48"/>
          <p:cNvSpPr/>
          <p:nvPr/>
        </p:nvSpPr>
        <p:spPr>
          <a:xfrm>
            <a:off x="1219200" y="4414838"/>
            <a:ext cx="80962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지속가능성 통합 (Integrate Sustainability)</a:t>
            </a:r>
            <a:endParaRPr lang="en-US" sz="1500" dirty="0"/>
          </a:p>
        </p:txBody>
      </p:sp>
      <p:sp>
        <p:nvSpPr>
          <p:cNvPr id="50" name="SK-9-text-49"/>
          <p:cNvSpPr/>
          <p:nvPr/>
        </p:nvSpPr>
        <p:spPr>
          <a:xfrm>
            <a:off x="6118920" y="4445794"/>
            <a:ext cx="707231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간접위반</a:t>
            </a:r>
            <a:endParaRPr lang="en-US" sz="975" dirty="0"/>
          </a:p>
        </p:txBody>
      </p:sp>
      <p:sp>
        <p:nvSpPr>
          <p:cNvPr id="51" name="SK-9-text-50"/>
          <p:cNvSpPr/>
          <p:nvPr/>
        </p:nvSpPr>
        <p:spPr>
          <a:xfrm>
            <a:off x="723900" y="5095875"/>
            <a:ext cx="7715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9CA3AF"/>
                </a:solidFill>
              </a:rPr>
              <a:t>06</a:t>
            </a:r>
            <a:endParaRPr lang="en-US" sz="1350" dirty="0"/>
          </a:p>
        </p:txBody>
      </p:sp>
      <p:sp>
        <p:nvSpPr>
          <p:cNvPr id="52" name="SK-9-text-51"/>
          <p:cNvSpPr/>
          <p:nvPr/>
        </p:nvSpPr>
        <p:spPr>
          <a:xfrm>
            <a:off x="1219200" y="5081588"/>
            <a:ext cx="58102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자율성/권한 문화 (Enable Change)</a:t>
            </a:r>
            <a:endParaRPr lang="en-US" sz="1500" dirty="0"/>
          </a:p>
        </p:txBody>
      </p:sp>
      <p:sp>
        <p:nvSpPr>
          <p:cNvPr id="53" name="SK-9-text-52"/>
          <p:cNvSpPr/>
          <p:nvPr/>
        </p:nvSpPr>
        <p:spPr>
          <a:xfrm>
            <a:off x="6118920" y="5112544"/>
            <a:ext cx="707231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해당없음</a:t>
            </a:r>
            <a:endParaRPr lang="en-US" sz="975" dirty="0"/>
          </a:p>
        </p:txBody>
      </p:sp>
      <p:sp>
        <p:nvSpPr>
          <p:cNvPr id="54" name="SK-9-text-53"/>
          <p:cNvSpPr/>
          <p:nvPr/>
        </p:nvSpPr>
        <p:spPr>
          <a:xfrm>
            <a:off x="997744" y="5776913"/>
            <a:ext cx="24765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원칙 위반 분석 결론</a:t>
            </a:r>
            <a:endParaRPr lang="en-US" sz="1125" dirty="0"/>
          </a:p>
        </p:txBody>
      </p:sp>
      <p:sp>
        <p:nvSpPr>
          <p:cNvPr id="55" name="SK-9-text-54"/>
          <p:cNvSpPr/>
          <p:nvPr/>
        </p:nvSpPr>
        <p:spPr>
          <a:xfrm>
            <a:off x="723900" y="6038850"/>
            <a:ext cx="600462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 4(책임감 리더)와 원칙 2(가치 집중)의 동시 위반이 수박 프로젝트의 근본 구조를 형성함. 타 사례와 달리 </a:t>
            </a:r>
            <a:r>
              <a:rPr lang="en-US" sz="1050" b="1" dirty="0">
                <a:solidFill>
                  <a:srgbClr val="FF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은폐 동기(원칙 6)</a:t>
            </a:r>
            <a:r>
              <a:rPr lang="en-US" sz="105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아닌 </a:t>
            </a:r>
            <a:r>
              <a:rPr lang="en-US" sz="1050" b="1" dirty="0">
                <a:solidFill>
                  <a:srgbClr val="FF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 공백(원칙 4)으로 인한 구조적 맹목</a:t>
            </a:r>
            <a:r>
              <a:rPr lang="en-US" sz="105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원인임.</a:t>
            </a:r>
            <a:endParaRPr lang="en-US" sz="1050" dirty="0"/>
          </a:p>
        </p:txBody>
      </p:sp>
      <p:sp>
        <p:nvSpPr>
          <p:cNvPr id="56" name="SK-9-text-55"/>
          <p:cNvSpPr/>
          <p:nvPr/>
        </p:nvSpPr>
        <p:spPr>
          <a:xfrm>
            <a:off x="7376220" y="1734145"/>
            <a:ext cx="412998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5AEE"/>
                </a:solidFill>
              </a:rPr>
              <a:t>EVIDENCE: INTERACTION</a:t>
            </a:r>
            <a:endParaRPr lang="en-US" sz="825" dirty="0"/>
          </a:p>
        </p:txBody>
      </p:sp>
      <p:sp>
        <p:nvSpPr>
          <p:cNvPr id="57" name="SK-9-text-56"/>
          <p:cNvSpPr/>
          <p:nvPr/>
        </p:nvSpPr>
        <p:spPr>
          <a:xfrm>
            <a:off x="7376220" y="1929408"/>
            <a:ext cx="4053780" cy="346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부문만 보고, AI 인프라 비용 분리, 파일럿 데이터 단절 등 시스템 간 상호작용 무시</a:t>
            </a:r>
            <a:endParaRPr lang="en-US" sz="975" dirty="0"/>
          </a:p>
        </p:txBody>
      </p:sp>
      <p:sp>
        <p:nvSpPr>
          <p:cNvPr id="58" name="SK-9-text-57"/>
          <p:cNvSpPr/>
          <p:nvPr/>
        </p:nvSpPr>
        <p:spPr>
          <a:xfrm>
            <a:off x="7376220" y="2438995"/>
            <a:ext cx="412998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5AEE"/>
                </a:solidFill>
              </a:rPr>
              <a:t>EVIDENCE: OUTCOME VS OUTPUT</a:t>
            </a:r>
            <a:endParaRPr lang="en-US" sz="825" dirty="0"/>
          </a:p>
        </p:txBody>
      </p:sp>
      <p:sp>
        <p:nvSpPr>
          <p:cNvPr id="59" name="SK-9-text-58"/>
          <p:cNvSpPr/>
          <p:nvPr/>
        </p:nvSpPr>
        <p:spPr>
          <a:xfrm>
            <a:off x="7376220" y="2634258"/>
            <a:ext cx="4053780" cy="346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Output(완료율) 집착, Outcome(편익) 방기. 계약유지율보다 코드 머지 우선시</a:t>
            </a:r>
            <a:endParaRPr lang="en-US" sz="975" dirty="0"/>
          </a:p>
        </p:txBody>
      </p:sp>
      <p:sp>
        <p:nvSpPr>
          <p:cNvPr id="60" name="SK-9-text-59"/>
          <p:cNvSpPr/>
          <p:nvPr/>
        </p:nvSpPr>
        <p:spPr>
          <a:xfrm>
            <a:off x="7376220" y="3230463"/>
            <a:ext cx="412998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5AEE"/>
                </a:solidFill>
              </a:rPr>
              <a:t>EVIDENCE: DOD MODIFICATION</a:t>
            </a:r>
            <a:endParaRPr lang="en-US" sz="825" dirty="0"/>
          </a:p>
        </p:txBody>
      </p:sp>
      <p:sp>
        <p:nvSpPr>
          <p:cNvPr id="61" name="SK-9-text-60"/>
          <p:cNvSpPr/>
          <p:nvPr/>
        </p:nvSpPr>
        <p:spPr>
          <a:xfrm>
            <a:off x="7376220" y="3425726"/>
            <a:ext cx="481578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v2에서 QA 통과 삭제. 안전 항목 별도 검증 트랙 신설 무산(M-03)</a:t>
            </a:r>
            <a:endParaRPr lang="en-US" sz="975" dirty="0"/>
          </a:p>
        </p:txBody>
      </p:sp>
      <p:sp>
        <p:nvSpPr>
          <p:cNvPr id="62" name="SK-9-text-61"/>
          <p:cNvSpPr/>
          <p:nvPr/>
        </p:nvSpPr>
        <p:spPr>
          <a:xfrm>
            <a:off x="7376220" y="3848695"/>
            <a:ext cx="412998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5AEE"/>
                </a:solidFill>
              </a:rPr>
              <a:t>EVIDENCE: ACCOUNTABILITY</a:t>
            </a:r>
            <a:endParaRPr lang="en-US" sz="825" dirty="0"/>
          </a:p>
        </p:txBody>
      </p:sp>
      <p:sp>
        <p:nvSpPr>
          <p:cNvPr id="63" name="SK-9-text-62"/>
          <p:cNvSpPr/>
          <p:nvPr/>
        </p:nvSpPr>
        <p:spPr>
          <a:xfrm>
            <a:off x="7376220" y="4043958"/>
            <a:ext cx="4053780" cy="346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RACI 공란 4건, Daniel Suh 무회신, 리스크 근거 없는 하향 및 에스컬레이션 미수행</a:t>
            </a:r>
            <a:endParaRPr lang="en-US" sz="975" dirty="0"/>
          </a:p>
        </p:txBody>
      </p:sp>
      <p:sp>
        <p:nvSpPr>
          <p:cNvPr id="64" name="SK-9-text-63"/>
          <p:cNvSpPr/>
          <p:nvPr/>
        </p:nvSpPr>
        <p:spPr>
          <a:xfrm>
            <a:off x="7376220" y="4553545"/>
            <a:ext cx="412998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5AEE"/>
                </a:solidFill>
              </a:rPr>
              <a:t>EVIDENCE: LONG-TERM VALUE</a:t>
            </a:r>
            <a:endParaRPr lang="en-US" sz="825" dirty="0"/>
          </a:p>
        </p:txBody>
      </p:sp>
      <p:sp>
        <p:nvSpPr>
          <p:cNvPr id="65" name="SK-9-text-64"/>
          <p:cNvSpPr/>
          <p:nvPr/>
        </p:nvSpPr>
        <p:spPr>
          <a:xfrm>
            <a:off x="7376220" y="4748808"/>
            <a:ext cx="4053780" cy="346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 지표 유지를 위해 편익 측정 및 Helion 마이그레이션 등 장기 가치 희생</a:t>
            </a:r>
            <a:endParaRPr lang="en-US" sz="975" dirty="0"/>
          </a:p>
        </p:txBody>
      </p:sp>
      <p:sp>
        <p:nvSpPr>
          <p:cNvPr id="66" name="SK-9-text-65"/>
          <p:cNvSpPr/>
          <p:nvPr/>
        </p:nvSpPr>
        <p:spPr>
          <a:xfrm>
            <a:off x="7376220" y="5258395"/>
            <a:ext cx="412998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5AEE"/>
                </a:solidFill>
              </a:rPr>
              <a:t>EVIDENCE: TEAM HEALTH</a:t>
            </a:r>
            <a:endParaRPr lang="en-US" sz="825" dirty="0"/>
          </a:p>
        </p:txBody>
      </p:sp>
      <p:sp>
        <p:nvSpPr>
          <p:cNvPr id="67" name="SK-9-text-66"/>
          <p:cNvSpPr/>
          <p:nvPr/>
        </p:nvSpPr>
        <p:spPr>
          <a:xfrm>
            <a:off x="7376220" y="5453658"/>
            <a:ext cx="4053780" cy="346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만족도 3.9, 번아웃 7%. "질책 문화"가 아닌 "구조적 맹목"이 본질적 문제임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0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0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0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10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10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409700"/>
            <a:ext cx="11049000" cy="709613"/>
          </a:xfrm>
          <a:prstGeom prst="rect">
            <a:avLst/>
          </a:prstGeom>
        </p:spPr>
      </p:pic>
      <p:pic>
        <p:nvPicPr>
          <p:cNvPr id="7" name="SK-10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569988"/>
            <a:ext cx="202406" cy="163711"/>
          </a:xfrm>
          <a:prstGeom prst="rect">
            <a:avLst/>
          </a:prstGeom>
        </p:spPr>
      </p:pic>
      <p:pic>
        <p:nvPicPr>
          <p:cNvPr id="8" name="SK-10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309813"/>
            <a:ext cx="5429250" cy="4167188"/>
          </a:xfrm>
          <a:prstGeom prst="rect">
            <a:avLst/>
          </a:prstGeom>
        </p:spPr>
      </p:pic>
      <p:pic>
        <p:nvPicPr>
          <p:cNvPr id="9" name="SK-10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424113"/>
            <a:ext cx="5200650" cy="333375"/>
          </a:xfrm>
          <a:prstGeom prst="rect">
            <a:avLst/>
          </a:prstGeom>
        </p:spPr>
      </p:pic>
      <p:pic>
        <p:nvPicPr>
          <p:cNvPr id="10" name="SK-10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2465040"/>
            <a:ext cx="214313" cy="175320"/>
          </a:xfrm>
          <a:prstGeom prst="rect">
            <a:avLst/>
          </a:prstGeom>
        </p:spPr>
      </p:pic>
      <p:pic>
        <p:nvPicPr>
          <p:cNvPr id="11" name="SK-10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2871788"/>
            <a:ext cx="1820168" cy="323850"/>
          </a:xfrm>
          <a:prstGeom prst="rect">
            <a:avLst/>
          </a:prstGeom>
        </p:spPr>
      </p:pic>
      <p:pic>
        <p:nvPicPr>
          <p:cNvPr id="12" name="SK-10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05968" y="2871788"/>
            <a:ext cx="3380482" cy="323850"/>
          </a:xfrm>
          <a:prstGeom prst="rect">
            <a:avLst/>
          </a:prstGeom>
        </p:spPr>
      </p:pic>
      <p:pic>
        <p:nvPicPr>
          <p:cNvPr id="13" name="SK-10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3195638"/>
            <a:ext cx="1820168" cy="738188"/>
          </a:xfrm>
          <a:prstGeom prst="rect">
            <a:avLst/>
          </a:prstGeom>
        </p:spPr>
      </p:pic>
      <p:pic>
        <p:nvPicPr>
          <p:cNvPr id="14" name="SK-10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05968" y="3195638"/>
            <a:ext cx="3380482" cy="738188"/>
          </a:xfrm>
          <a:prstGeom prst="rect">
            <a:avLst/>
          </a:prstGeom>
        </p:spPr>
      </p:pic>
      <p:pic>
        <p:nvPicPr>
          <p:cNvPr id="15" name="SK-10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3933825"/>
            <a:ext cx="1820168" cy="738188"/>
          </a:xfrm>
          <a:prstGeom prst="rect">
            <a:avLst/>
          </a:prstGeom>
        </p:spPr>
      </p:pic>
      <p:pic>
        <p:nvPicPr>
          <p:cNvPr id="16" name="SK-10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05968" y="3933825"/>
            <a:ext cx="3380482" cy="738188"/>
          </a:xfrm>
          <a:prstGeom prst="rect">
            <a:avLst/>
          </a:prstGeom>
        </p:spPr>
      </p:pic>
      <p:pic>
        <p:nvPicPr>
          <p:cNvPr id="17" name="SK-10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5800" y="4672013"/>
            <a:ext cx="1820168" cy="738188"/>
          </a:xfrm>
          <a:prstGeom prst="rect">
            <a:avLst/>
          </a:prstGeom>
        </p:spPr>
      </p:pic>
      <p:pic>
        <p:nvPicPr>
          <p:cNvPr id="18" name="SK-10-img-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05968" y="4672013"/>
            <a:ext cx="3380482" cy="738188"/>
          </a:xfrm>
          <a:prstGeom prst="rect">
            <a:avLst/>
          </a:prstGeom>
        </p:spPr>
      </p:pic>
      <p:pic>
        <p:nvPicPr>
          <p:cNvPr id="19" name="SK-10-img-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582168" y="4963418"/>
            <a:ext cx="857250" cy="152400"/>
          </a:xfrm>
          <a:prstGeom prst="rect">
            <a:avLst/>
          </a:prstGeom>
        </p:spPr>
      </p:pic>
      <p:pic>
        <p:nvPicPr>
          <p:cNvPr id="20" name="SK-10-img-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5800" y="5410200"/>
            <a:ext cx="1820168" cy="476101"/>
          </a:xfrm>
          <a:prstGeom prst="rect">
            <a:avLst/>
          </a:prstGeom>
        </p:spPr>
      </p:pic>
      <p:pic>
        <p:nvPicPr>
          <p:cNvPr id="21" name="SK-10-img-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505968" y="5410200"/>
            <a:ext cx="3380482" cy="476101"/>
          </a:xfrm>
          <a:prstGeom prst="rect">
            <a:avLst/>
          </a:prstGeom>
        </p:spPr>
      </p:pic>
      <p:pic>
        <p:nvPicPr>
          <p:cNvPr id="22" name="SK-10-img-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44318" y="5514975"/>
            <a:ext cx="1190625" cy="152400"/>
          </a:xfrm>
          <a:prstGeom prst="rect">
            <a:avLst/>
          </a:prstGeom>
        </p:spPr>
      </p:pic>
      <p:pic>
        <p:nvPicPr>
          <p:cNvPr id="23" name="SK-10-img-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5800" y="5886301"/>
            <a:ext cx="1820168" cy="476399"/>
          </a:xfrm>
          <a:prstGeom prst="rect">
            <a:avLst/>
          </a:prstGeom>
        </p:spPr>
      </p:pic>
      <p:pic>
        <p:nvPicPr>
          <p:cNvPr id="24" name="SK-10-img-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505968" y="5886301"/>
            <a:ext cx="3380482" cy="476399"/>
          </a:xfrm>
          <a:prstGeom prst="rect">
            <a:avLst/>
          </a:prstGeom>
        </p:spPr>
      </p:pic>
      <p:pic>
        <p:nvPicPr>
          <p:cNvPr id="25" name="SK-10-img-2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0" y="2309813"/>
            <a:ext cx="5429250" cy="4167188"/>
          </a:xfrm>
          <a:prstGeom prst="rect">
            <a:avLst/>
          </a:prstGeom>
        </p:spPr>
      </p:pic>
      <p:pic>
        <p:nvPicPr>
          <p:cNvPr id="26" name="SK-10-img-2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5550" y="2424113"/>
            <a:ext cx="5200650" cy="333375"/>
          </a:xfrm>
          <a:prstGeom prst="rect">
            <a:avLst/>
          </a:prstGeom>
        </p:spPr>
      </p:pic>
      <p:pic>
        <p:nvPicPr>
          <p:cNvPr id="27" name="SK-10-img-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05550" y="2465040"/>
            <a:ext cx="214313" cy="175320"/>
          </a:xfrm>
          <a:prstGeom prst="rect">
            <a:avLst/>
          </a:prstGeom>
        </p:spPr>
      </p:pic>
      <p:pic>
        <p:nvPicPr>
          <p:cNvPr id="28" name="SK-10-img-2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5550" y="2871788"/>
            <a:ext cx="1820168" cy="323850"/>
          </a:xfrm>
          <a:prstGeom prst="rect">
            <a:avLst/>
          </a:prstGeom>
        </p:spPr>
      </p:pic>
      <p:pic>
        <p:nvPicPr>
          <p:cNvPr id="29" name="SK-10-img-2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5718" y="2871788"/>
            <a:ext cx="3380482" cy="323850"/>
          </a:xfrm>
          <a:prstGeom prst="rect">
            <a:avLst/>
          </a:prstGeom>
        </p:spPr>
      </p:pic>
      <p:pic>
        <p:nvPicPr>
          <p:cNvPr id="30" name="SK-10-img-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05550" y="3195638"/>
            <a:ext cx="1820168" cy="633413"/>
          </a:xfrm>
          <a:prstGeom prst="rect">
            <a:avLst/>
          </a:prstGeom>
        </p:spPr>
      </p:pic>
      <p:pic>
        <p:nvPicPr>
          <p:cNvPr id="31" name="SK-10-img-30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125718" y="3195638"/>
            <a:ext cx="3380482" cy="633413"/>
          </a:xfrm>
          <a:prstGeom prst="rect">
            <a:avLst/>
          </a:prstGeom>
        </p:spPr>
      </p:pic>
      <p:pic>
        <p:nvPicPr>
          <p:cNvPr id="32" name="SK-10-img-31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01918" y="3487043"/>
            <a:ext cx="1257300" cy="152400"/>
          </a:xfrm>
          <a:prstGeom prst="rect">
            <a:avLst/>
          </a:prstGeom>
        </p:spPr>
      </p:pic>
      <p:pic>
        <p:nvPicPr>
          <p:cNvPr id="33" name="SK-10-img-32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305550" y="3829050"/>
            <a:ext cx="1820168" cy="633413"/>
          </a:xfrm>
          <a:prstGeom prst="rect">
            <a:avLst/>
          </a:prstGeom>
        </p:spPr>
      </p:pic>
      <p:pic>
        <p:nvPicPr>
          <p:cNvPr id="34" name="SK-10-img-33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125718" y="3829050"/>
            <a:ext cx="3380482" cy="633413"/>
          </a:xfrm>
          <a:prstGeom prst="rect">
            <a:avLst/>
          </a:prstGeom>
        </p:spPr>
      </p:pic>
      <p:pic>
        <p:nvPicPr>
          <p:cNvPr id="35" name="SK-10-img-34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497193" y="4120455"/>
            <a:ext cx="323850" cy="152400"/>
          </a:xfrm>
          <a:prstGeom prst="rect">
            <a:avLst/>
          </a:prstGeom>
        </p:spPr>
      </p:pic>
      <p:pic>
        <p:nvPicPr>
          <p:cNvPr id="36" name="SK-10-img-35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305550" y="4462463"/>
            <a:ext cx="1820168" cy="633413"/>
          </a:xfrm>
          <a:prstGeom prst="rect">
            <a:avLst/>
          </a:prstGeom>
        </p:spPr>
      </p:pic>
      <p:pic>
        <p:nvPicPr>
          <p:cNvPr id="37" name="SK-10-img-36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125718" y="4462463"/>
            <a:ext cx="3380482" cy="633413"/>
          </a:xfrm>
          <a:prstGeom prst="rect">
            <a:avLst/>
          </a:prstGeom>
        </p:spPr>
      </p:pic>
      <p:pic>
        <p:nvPicPr>
          <p:cNvPr id="38" name="SK-10-img-3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305550" y="5095875"/>
            <a:ext cx="1820168" cy="633413"/>
          </a:xfrm>
          <a:prstGeom prst="rect">
            <a:avLst/>
          </a:prstGeom>
        </p:spPr>
      </p:pic>
      <p:pic>
        <p:nvPicPr>
          <p:cNvPr id="39" name="SK-10-img-38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125718" y="5095875"/>
            <a:ext cx="3380482" cy="633413"/>
          </a:xfrm>
          <a:prstGeom prst="rect">
            <a:avLst/>
          </a:prstGeom>
        </p:spPr>
      </p:pic>
      <p:pic>
        <p:nvPicPr>
          <p:cNvPr id="40" name="SK-10-img-39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363843" y="5387280"/>
            <a:ext cx="323850" cy="152400"/>
          </a:xfrm>
          <a:prstGeom prst="rect">
            <a:avLst/>
          </a:prstGeom>
        </p:spPr>
      </p:pic>
      <p:pic>
        <p:nvPicPr>
          <p:cNvPr id="41" name="SK-10-img-40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305550" y="5729288"/>
            <a:ext cx="1820168" cy="633413"/>
          </a:xfrm>
          <a:prstGeom prst="rect">
            <a:avLst/>
          </a:prstGeom>
        </p:spPr>
      </p:pic>
      <p:pic>
        <p:nvPicPr>
          <p:cNvPr id="42" name="SK-10-img-41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125718" y="5729288"/>
            <a:ext cx="3380482" cy="633413"/>
          </a:xfrm>
          <a:prstGeom prst="rect">
            <a:avLst/>
          </a:prstGeom>
        </p:spPr>
      </p:pic>
      <p:pic>
        <p:nvPicPr>
          <p:cNvPr id="43" name="SK-10-img-42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659118" y="6020693"/>
            <a:ext cx="457200" cy="152400"/>
          </a:xfrm>
          <a:prstGeom prst="rect">
            <a:avLst/>
          </a:prstGeom>
        </p:spPr>
      </p:pic>
      <p:sp>
        <p:nvSpPr>
          <p:cNvPr id="44" name="SK-10-text-43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45" name="SK-10-text-44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B-2. Performance Domain 분석: 거버넌스(2.1)</a:t>
            </a:r>
            <a:endParaRPr lang="en-US" sz="2550" dirty="0"/>
          </a:p>
        </p:txBody>
      </p:sp>
      <p:sp>
        <p:nvSpPr>
          <p:cNvPr id="46" name="SK-10-text-45"/>
          <p:cNvSpPr/>
          <p:nvPr/>
        </p:nvSpPr>
        <p:spPr>
          <a:xfrm>
            <a:off x="964406" y="1524000"/>
            <a:ext cx="1082040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거버넌스(Governance)는 HERMES 실패의 가장 치명적인 도메인입니다.</a:t>
            </a:r>
            <a:endParaRPr lang="en-US" sz="1275" dirty="0"/>
          </a:p>
        </p:txBody>
      </p:sp>
      <p:sp>
        <p:nvSpPr>
          <p:cNvPr id="47" name="SK-10-text-46"/>
          <p:cNvSpPr/>
          <p:nvPr/>
        </p:nvSpPr>
        <p:spPr>
          <a:xfrm>
            <a:off x="685800" y="1804988"/>
            <a:ext cx="108966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"거버넌스는 의사결정의 투명성과 추적성을 보장하는 체계이나, HERMES에서는 </a:t>
            </a:r>
            <a:r>
              <a:rPr lang="ko-KR" altLang="en-US" sz="1050" i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투명성이 작동하지 않는 형식적 체계로 전락</a:t>
            </a:r>
            <a:r>
              <a:rPr lang="en-US" sz="1050" i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</a:t>
            </a:r>
            <a:endParaRPr lang="en-US" sz="1050" dirty="0"/>
          </a:p>
        </p:txBody>
      </p:sp>
      <p:sp>
        <p:nvSpPr>
          <p:cNvPr id="48" name="SK-10-text-47"/>
          <p:cNvSpPr/>
          <p:nvPr/>
        </p:nvSpPr>
        <p:spPr>
          <a:xfrm>
            <a:off x="995363" y="2424113"/>
            <a:ext cx="255460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투명성 및 추적성 실패</a:t>
            </a:r>
            <a:endParaRPr lang="en-US" sz="1350" dirty="0"/>
          </a:p>
        </p:txBody>
      </p:sp>
      <p:sp>
        <p:nvSpPr>
          <p:cNvPr id="49" name="SK-10-text-48"/>
          <p:cNvSpPr/>
          <p:nvPr/>
        </p:nvSpPr>
        <p:spPr>
          <a:xfrm>
            <a:off x="762000" y="2871788"/>
            <a:ext cx="1743968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결함</a:t>
            </a:r>
            <a:endParaRPr lang="en-US" sz="900" dirty="0"/>
          </a:p>
        </p:txBody>
      </p:sp>
      <p:sp>
        <p:nvSpPr>
          <p:cNvPr id="50" name="SK-10-text-49"/>
          <p:cNvSpPr/>
          <p:nvPr/>
        </p:nvSpPr>
        <p:spPr>
          <a:xfrm>
            <a:off x="2582168" y="2871788"/>
            <a:ext cx="3304282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증거</a:t>
            </a:r>
            <a:endParaRPr lang="en-US" sz="900" dirty="0"/>
          </a:p>
        </p:txBody>
      </p:sp>
      <p:sp>
        <p:nvSpPr>
          <p:cNvPr id="51" name="SK-10-text-50"/>
          <p:cNvSpPr/>
          <p:nvPr/>
        </p:nvSpPr>
        <p:spPr>
          <a:xfrm>
            <a:off x="762000" y="3195638"/>
            <a:ext cx="1743968" cy="7381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EVM 부분 보고</a:t>
            </a:r>
            <a:endParaRPr lang="en-US" sz="1050" dirty="0"/>
          </a:p>
        </p:txBody>
      </p:sp>
      <p:sp>
        <p:nvSpPr>
          <p:cNvPr id="52" name="SK-10-text-51"/>
          <p:cNvSpPr/>
          <p:nvPr/>
        </p:nvSpPr>
        <p:spPr>
          <a:xfrm>
            <a:off x="2582168" y="3195638"/>
            <a:ext cx="3228082" cy="7381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인프라(24억) 분리 보고 → CPI </a:t>
            </a: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0.98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(보고) vs </a:t>
            </a: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0.944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(실제)</a:t>
            </a:r>
            <a:endParaRPr lang="en-US" sz="1050" dirty="0"/>
          </a:p>
        </p:txBody>
      </p:sp>
      <p:sp>
        <p:nvSpPr>
          <p:cNvPr id="53" name="SK-10-text-52"/>
          <p:cNvSpPr/>
          <p:nvPr/>
        </p:nvSpPr>
        <p:spPr>
          <a:xfrm>
            <a:off x="762000" y="3933825"/>
            <a:ext cx="1743968" cy="7381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불일치</a:t>
            </a:r>
            <a:endParaRPr lang="en-US" sz="1050" dirty="0"/>
          </a:p>
        </p:txBody>
      </p:sp>
      <p:sp>
        <p:nvSpPr>
          <p:cNvPr id="54" name="SK-10-text-53"/>
          <p:cNvSpPr/>
          <p:nvPr/>
        </p:nvSpPr>
        <p:spPr>
          <a:xfrm>
            <a:off x="2582168" y="3933825"/>
            <a:ext cx="3228082" cy="7381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DEC-04~11: 3개 리전 기록 상이. </a:t>
            </a: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SSOT(단일진실공급원) 부재</a:t>
            </a:r>
            <a:endParaRPr lang="en-US" sz="1050" dirty="0"/>
          </a:p>
        </p:txBody>
      </p:sp>
      <p:sp>
        <p:nvSpPr>
          <p:cNvPr id="55" name="SK-10-text-54"/>
          <p:cNvSpPr/>
          <p:nvPr/>
        </p:nvSpPr>
        <p:spPr>
          <a:xfrm>
            <a:off x="762000" y="4672013"/>
            <a:ext cx="1743968" cy="7381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자동보고 무검토</a:t>
            </a:r>
            <a:endParaRPr lang="en-US" sz="1050" dirty="0"/>
          </a:p>
        </p:txBody>
      </p:sp>
      <p:sp>
        <p:nvSpPr>
          <p:cNvPr id="56" name="SK-10-text-55"/>
          <p:cNvSpPr/>
          <p:nvPr/>
        </p:nvSpPr>
        <p:spPr>
          <a:xfrm>
            <a:off x="2582168" y="4672013"/>
            <a:ext cx="3228082" cy="7381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16주간 "전 지표 정상" 반복. 사람 검토자/서명 </a:t>
            </a: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누락</a:t>
            </a:r>
            <a:endParaRPr lang="en-US" sz="1050" dirty="0"/>
          </a:p>
        </p:txBody>
      </p:sp>
      <p:sp>
        <p:nvSpPr>
          <p:cNvPr id="57" name="SK-10-text-56"/>
          <p:cNvSpPr/>
          <p:nvPr/>
        </p:nvSpPr>
        <p:spPr>
          <a:xfrm>
            <a:off x="762000" y="5410200"/>
            <a:ext cx="1743968" cy="47610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스티어링 운영 붕괴</a:t>
            </a:r>
            <a:endParaRPr lang="en-US" sz="1050" dirty="0"/>
          </a:p>
        </p:txBody>
      </p:sp>
      <p:sp>
        <p:nvSpPr>
          <p:cNvPr id="58" name="SK-10-text-57"/>
          <p:cNvSpPr/>
          <p:nvPr/>
        </p:nvSpPr>
        <p:spPr>
          <a:xfrm>
            <a:off x="2582168" y="5410200"/>
            <a:ext cx="3228082" cy="47610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9회 중 3회 취소. 편익 아젠다 </a:t>
            </a: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0회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050" dirty="0"/>
          </a:p>
        </p:txBody>
      </p:sp>
      <p:sp>
        <p:nvSpPr>
          <p:cNvPr id="59" name="SK-10-text-58"/>
          <p:cNvSpPr/>
          <p:nvPr/>
        </p:nvSpPr>
        <p:spPr>
          <a:xfrm>
            <a:off x="762000" y="5886301"/>
            <a:ext cx="1743968" cy="4763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G3 조건 미추적</a:t>
            </a:r>
            <a:endParaRPr lang="en-US" sz="1050" dirty="0"/>
          </a:p>
        </p:txBody>
      </p:sp>
      <p:sp>
        <p:nvSpPr>
          <p:cNvPr id="60" name="SK-10-text-59"/>
          <p:cNvSpPr/>
          <p:nvPr/>
        </p:nvSpPr>
        <p:spPr>
          <a:xfrm>
            <a:off x="2582168" y="5886301"/>
            <a:ext cx="4686048" cy="4763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조건부 통과 후 엣지캐시 등 3건 해소 확인 기록 </a:t>
            </a: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부재</a:t>
            </a:r>
            <a:endParaRPr lang="en-US" sz="1050" dirty="0"/>
          </a:p>
        </p:txBody>
      </p:sp>
      <p:sp>
        <p:nvSpPr>
          <p:cNvPr id="61" name="SK-10-text-60"/>
          <p:cNvSpPr/>
          <p:nvPr/>
        </p:nvSpPr>
        <p:spPr>
          <a:xfrm>
            <a:off x="6615113" y="2424113"/>
            <a:ext cx="296608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체계적 관리 왜곡 및 </a:t>
            </a:r>
            <a:r>
              <a:rPr lang="ko-KR" alt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변형</a:t>
            </a:r>
            <a:endParaRPr lang="en-US" sz="1350" dirty="0"/>
          </a:p>
        </p:txBody>
      </p:sp>
      <p:sp>
        <p:nvSpPr>
          <p:cNvPr id="62" name="SK-10-text-61"/>
          <p:cNvSpPr/>
          <p:nvPr/>
        </p:nvSpPr>
        <p:spPr>
          <a:xfrm>
            <a:off x="6381750" y="2871788"/>
            <a:ext cx="1743968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결함</a:t>
            </a:r>
            <a:endParaRPr lang="en-US" sz="900" dirty="0"/>
          </a:p>
        </p:txBody>
      </p:sp>
      <p:sp>
        <p:nvSpPr>
          <p:cNvPr id="63" name="SK-10-text-62"/>
          <p:cNvSpPr/>
          <p:nvPr/>
        </p:nvSpPr>
        <p:spPr>
          <a:xfrm>
            <a:off x="8201918" y="2871788"/>
            <a:ext cx="3304282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증거</a:t>
            </a:r>
            <a:endParaRPr lang="en-US" sz="900" dirty="0"/>
          </a:p>
        </p:txBody>
      </p:sp>
      <p:sp>
        <p:nvSpPr>
          <p:cNvPr id="64" name="SK-10-text-63"/>
          <p:cNvSpPr/>
          <p:nvPr/>
        </p:nvSpPr>
        <p:spPr>
          <a:xfrm>
            <a:off x="6381750" y="3195638"/>
            <a:ext cx="1743968" cy="633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변경통제 형식화</a:t>
            </a:r>
            <a:endParaRPr lang="en-US" sz="1050" dirty="0"/>
          </a:p>
        </p:txBody>
      </p:sp>
      <p:sp>
        <p:nvSpPr>
          <p:cNvPr id="65" name="SK-10-text-64"/>
          <p:cNvSpPr/>
          <p:nvPr/>
        </p:nvSpPr>
        <p:spPr>
          <a:xfrm>
            <a:off x="8201918" y="3195638"/>
            <a:ext cx="3228082" cy="633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정식 CR 12건 vs </a:t>
            </a: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35건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(영향평가 0) </a:t>
            </a:r>
            <a:endParaRPr lang="en-US" sz="1050" dirty="0"/>
          </a:p>
        </p:txBody>
      </p:sp>
      <p:sp>
        <p:nvSpPr>
          <p:cNvPr id="66" name="SK-10-text-65"/>
          <p:cNvSpPr/>
          <p:nvPr/>
        </p:nvSpPr>
        <p:spPr>
          <a:xfrm>
            <a:off x="6381750" y="3829050"/>
            <a:ext cx="1743968" cy="633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체계 결함</a:t>
            </a:r>
            <a:endParaRPr lang="en-US" sz="1050" dirty="0"/>
          </a:p>
        </p:txBody>
      </p:sp>
      <p:sp>
        <p:nvSpPr>
          <p:cNvPr id="67" name="SK-10-text-66"/>
          <p:cNvSpPr/>
          <p:nvPr/>
        </p:nvSpPr>
        <p:spPr>
          <a:xfrm>
            <a:off x="8201918" y="3829050"/>
            <a:ext cx="3380482" cy="633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SC는 Output 위주. BEN(Outcome)은 </a:t>
            </a: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"측정 불가"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배제 </a:t>
            </a:r>
            <a:endParaRPr lang="en-US" sz="1050" dirty="0"/>
          </a:p>
        </p:txBody>
      </p:sp>
      <p:sp>
        <p:nvSpPr>
          <p:cNvPr id="68" name="SK-10-text-67"/>
          <p:cNvSpPr/>
          <p:nvPr/>
        </p:nvSpPr>
        <p:spPr>
          <a:xfrm>
            <a:off x="6381750" y="4462463"/>
            <a:ext cx="1743968" cy="633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성공기준 </a:t>
            </a:r>
            <a:r>
              <a:rPr lang="en-US" sz="1050" b="1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범위</a:t>
            </a: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축소</a:t>
            </a:r>
            <a:endParaRPr lang="en-US" sz="1050" dirty="0"/>
          </a:p>
        </p:txBody>
      </p:sp>
      <p:sp>
        <p:nvSpPr>
          <p:cNvPr id="69" name="SK-10-text-68"/>
          <p:cNvSpPr/>
          <p:nvPr/>
        </p:nvSpPr>
        <p:spPr>
          <a:xfrm>
            <a:off x="8201918" y="4462463"/>
            <a:ext cx="3228082" cy="633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SC-03 범위를 양재 정형 시나리오로 </a:t>
            </a: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축소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실사업장 36.9% 제외</a:t>
            </a:r>
            <a:endParaRPr lang="en-US" sz="1050" dirty="0"/>
          </a:p>
        </p:txBody>
      </p:sp>
      <p:sp>
        <p:nvSpPr>
          <p:cNvPr id="70" name="SK-10-text-69"/>
          <p:cNvSpPr/>
          <p:nvPr/>
        </p:nvSpPr>
        <p:spPr>
          <a:xfrm>
            <a:off x="6381750" y="5095875"/>
            <a:ext cx="1743968" cy="633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</a:t>
            </a:r>
            <a:r>
              <a:rPr lang="en-US" sz="1050" b="1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등급</a:t>
            </a: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임의 변경</a:t>
            </a:r>
            <a:endParaRPr lang="en-US" sz="1050" dirty="0"/>
          </a:p>
        </p:txBody>
      </p:sp>
      <p:sp>
        <p:nvSpPr>
          <p:cNvPr id="71" name="SK-10-text-70"/>
          <p:cNvSpPr/>
          <p:nvPr/>
        </p:nvSpPr>
        <p:spPr>
          <a:xfrm>
            <a:off x="8201918" y="5095875"/>
            <a:ext cx="3228082" cy="633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3건 → Medium </a:t>
            </a: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강등 (근거 공란)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SC-05 달성 목적 </a:t>
            </a:r>
            <a:endParaRPr lang="en-US" sz="1050" dirty="0"/>
          </a:p>
        </p:txBody>
      </p:sp>
      <p:sp>
        <p:nvSpPr>
          <p:cNvPr id="72" name="SK-10-text-71"/>
          <p:cNvSpPr/>
          <p:nvPr/>
        </p:nvSpPr>
        <p:spPr>
          <a:xfrm>
            <a:off x="6381750" y="5729288"/>
            <a:ext cx="1743968" cy="633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완료율 부풀림</a:t>
            </a:r>
            <a:endParaRPr lang="en-US" sz="1050" dirty="0"/>
          </a:p>
        </p:txBody>
      </p:sp>
      <p:sp>
        <p:nvSpPr>
          <p:cNvPr id="73" name="SK-10-text-72"/>
          <p:cNvSpPr/>
          <p:nvPr/>
        </p:nvSpPr>
        <p:spPr>
          <a:xfrm>
            <a:off x="8201918" y="5729288"/>
            <a:ext cx="3228082" cy="633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v2 QA 삭제 → </a:t>
            </a: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머지=Done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실물 검증 없이 92.9% 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2-img-1" descr="preencoded.png">
            <a:extLst>
              <a:ext uri="{FF2B5EF4-FFF2-40B4-BE49-F238E27FC236}">
                <a16:creationId xmlns:a16="http://schemas.microsoft.com/office/drawing/2014/main" id="{EF331FDE-F358-067D-4E10-53BCC766D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2-img-2" descr="preencoded.png">
            <a:extLst>
              <a:ext uri="{FF2B5EF4-FFF2-40B4-BE49-F238E27FC236}">
                <a16:creationId xmlns:a16="http://schemas.microsoft.com/office/drawing/2014/main" id="{D4A7AA8E-B0A2-75E3-B4AC-C25F5936F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2-img-3" descr="preencoded.png">
            <a:extLst>
              <a:ext uri="{FF2B5EF4-FFF2-40B4-BE49-F238E27FC236}">
                <a16:creationId xmlns:a16="http://schemas.microsoft.com/office/drawing/2014/main" id="{D5E0E740-358A-398E-EB97-72B979A9D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4800"/>
            <a:ext cx="2122289" cy="276225"/>
          </a:xfrm>
          <a:prstGeom prst="rect">
            <a:avLst/>
          </a:prstGeom>
        </p:spPr>
      </p:pic>
      <p:pic>
        <p:nvPicPr>
          <p:cNvPr id="5" name="SK-12-img-4" descr="preencoded.png">
            <a:extLst>
              <a:ext uri="{FF2B5EF4-FFF2-40B4-BE49-F238E27FC236}">
                <a16:creationId xmlns:a16="http://schemas.microsoft.com/office/drawing/2014/main" id="{33846767-1217-8C67-4669-0C8C4AB847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438150"/>
            <a:ext cx="8812411" cy="9525"/>
          </a:xfrm>
          <a:prstGeom prst="rect">
            <a:avLst/>
          </a:prstGeom>
        </p:spPr>
      </p:pic>
      <p:pic>
        <p:nvPicPr>
          <p:cNvPr id="6" name="SK-12-img-5" descr="preencoded.png">
            <a:extLst>
              <a:ext uri="{FF2B5EF4-FFF2-40B4-BE49-F238E27FC236}">
                <a16:creationId xmlns:a16="http://schemas.microsoft.com/office/drawing/2014/main" id="{9E9A3487-3C0D-4E3C-466F-CA9DC5A8A2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371600"/>
            <a:ext cx="5410200" cy="4595813"/>
          </a:xfrm>
          <a:prstGeom prst="rect">
            <a:avLst/>
          </a:prstGeom>
        </p:spPr>
      </p:pic>
      <p:pic>
        <p:nvPicPr>
          <p:cNvPr id="7" name="SK-12-img-6" descr="preencoded.png">
            <a:extLst>
              <a:ext uri="{FF2B5EF4-FFF2-40B4-BE49-F238E27FC236}">
                <a16:creationId xmlns:a16="http://schemas.microsoft.com/office/drawing/2014/main" id="{4A03D86A-8278-3184-CE85-397BC42332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552575"/>
            <a:ext cx="4953000" cy="409575"/>
          </a:xfrm>
          <a:prstGeom prst="rect">
            <a:avLst/>
          </a:prstGeom>
        </p:spPr>
      </p:pic>
      <p:pic>
        <p:nvPicPr>
          <p:cNvPr id="8" name="SK-12-img-7" descr="preencoded.png">
            <a:extLst>
              <a:ext uri="{FF2B5EF4-FFF2-40B4-BE49-F238E27FC236}">
                <a16:creationId xmlns:a16="http://schemas.microsoft.com/office/drawing/2014/main" id="{161D1C16-0752-4EDF-6EDB-D123389745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1603028"/>
            <a:ext cx="261937" cy="213420"/>
          </a:xfrm>
          <a:prstGeom prst="rect">
            <a:avLst/>
          </a:prstGeom>
        </p:spPr>
      </p:pic>
      <p:pic>
        <p:nvPicPr>
          <p:cNvPr id="9" name="SK-12-img-8" descr="preencoded.png">
            <a:extLst>
              <a:ext uri="{FF2B5EF4-FFF2-40B4-BE49-F238E27FC236}">
                <a16:creationId xmlns:a16="http://schemas.microsoft.com/office/drawing/2014/main" id="{0971908D-364F-A9E7-F817-2522013C50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5900" y="1581150"/>
            <a:ext cx="457200" cy="257175"/>
          </a:xfrm>
          <a:prstGeom prst="rect">
            <a:avLst/>
          </a:prstGeom>
        </p:spPr>
      </p:pic>
      <p:pic>
        <p:nvPicPr>
          <p:cNvPr id="10" name="SK-12-img-9" descr="preencoded.png">
            <a:extLst>
              <a:ext uri="{FF2B5EF4-FFF2-40B4-BE49-F238E27FC236}">
                <a16:creationId xmlns:a16="http://schemas.microsoft.com/office/drawing/2014/main" id="{CD82E7C4-930F-9FE0-021D-F5408E46969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2152650"/>
            <a:ext cx="202406" cy="166688"/>
          </a:xfrm>
          <a:prstGeom prst="rect">
            <a:avLst/>
          </a:prstGeom>
        </p:spPr>
      </p:pic>
      <p:pic>
        <p:nvPicPr>
          <p:cNvPr id="11" name="SK-12-img-10" descr="preencoded.png">
            <a:extLst>
              <a:ext uri="{FF2B5EF4-FFF2-40B4-BE49-F238E27FC236}">
                <a16:creationId xmlns:a16="http://schemas.microsoft.com/office/drawing/2014/main" id="{EE2498A0-FC35-478F-7085-1380CAD9034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2976563"/>
            <a:ext cx="202406" cy="166688"/>
          </a:xfrm>
          <a:prstGeom prst="rect">
            <a:avLst/>
          </a:prstGeom>
        </p:spPr>
      </p:pic>
      <p:pic>
        <p:nvPicPr>
          <p:cNvPr id="12" name="SK-12-img-11" descr="preencoded.png">
            <a:extLst>
              <a:ext uri="{FF2B5EF4-FFF2-40B4-BE49-F238E27FC236}">
                <a16:creationId xmlns:a16="http://schemas.microsoft.com/office/drawing/2014/main" id="{86749EEE-7476-6E63-B960-6020604469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3800475"/>
            <a:ext cx="202406" cy="166688"/>
          </a:xfrm>
          <a:prstGeom prst="rect">
            <a:avLst/>
          </a:prstGeom>
        </p:spPr>
      </p:pic>
      <p:pic>
        <p:nvPicPr>
          <p:cNvPr id="13" name="SK-12-img-12" descr="preencoded.png">
            <a:extLst>
              <a:ext uri="{FF2B5EF4-FFF2-40B4-BE49-F238E27FC236}">
                <a16:creationId xmlns:a16="http://schemas.microsoft.com/office/drawing/2014/main" id="{5CDD36C6-52B5-CE0A-1536-BF474A3C39A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4624388"/>
            <a:ext cx="202406" cy="166688"/>
          </a:xfrm>
          <a:prstGeom prst="rect">
            <a:avLst/>
          </a:prstGeom>
        </p:spPr>
      </p:pic>
      <p:pic>
        <p:nvPicPr>
          <p:cNvPr id="14" name="SK-12-img-13" descr="preencoded.png">
            <a:extLst>
              <a:ext uri="{FF2B5EF4-FFF2-40B4-BE49-F238E27FC236}">
                <a16:creationId xmlns:a16="http://schemas.microsoft.com/office/drawing/2014/main" id="{9F01AEE9-63DF-A731-BF16-299F150CC4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371600"/>
            <a:ext cx="5410200" cy="4595813"/>
          </a:xfrm>
          <a:prstGeom prst="rect">
            <a:avLst/>
          </a:prstGeom>
        </p:spPr>
      </p:pic>
      <p:pic>
        <p:nvPicPr>
          <p:cNvPr id="15" name="SK-12-img-14" descr="preencoded.png">
            <a:extLst>
              <a:ext uri="{FF2B5EF4-FFF2-40B4-BE49-F238E27FC236}">
                <a16:creationId xmlns:a16="http://schemas.microsoft.com/office/drawing/2014/main" id="{7B798BF9-31BE-E3F4-16F6-3C91F2461D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900" y="1552575"/>
            <a:ext cx="4953000" cy="409575"/>
          </a:xfrm>
          <a:prstGeom prst="rect">
            <a:avLst/>
          </a:prstGeom>
        </p:spPr>
      </p:pic>
      <p:pic>
        <p:nvPicPr>
          <p:cNvPr id="16" name="SK-12-img-15" descr="preencoded.png">
            <a:extLst>
              <a:ext uri="{FF2B5EF4-FFF2-40B4-BE49-F238E27FC236}">
                <a16:creationId xmlns:a16="http://schemas.microsoft.com/office/drawing/2014/main" id="{4B07D256-FC3B-D300-EB9E-02DC3786684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1603028"/>
            <a:ext cx="261937" cy="213420"/>
          </a:xfrm>
          <a:prstGeom prst="rect">
            <a:avLst/>
          </a:prstGeom>
        </p:spPr>
      </p:pic>
      <p:pic>
        <p:nvPicPr>
          <p:cNvPr id="17" name="SK-12-img-16" descr="preencoded.png">
            <a:extLst>
              <a:ext uri="{FF2B5EF4-FFF2-40B4-BE49-F238E27FC236}">
                <a16:creationId xmlns:a16="http://schemas.microsoft.com/office/drawing/2014/main" id="{24FCFB28-4EAC-1937-B121-D1FF18F7AA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34700" y="1581150"/>
            <a:ext cx="457200" cy="257175"/>
          </a:xfrm>
          <a:prstGeom prst="rect">
            <a:avLst/>
          </a:prstGeom>
        </p:spPr>
      </p:pic>
      <p:pic>
        <p:nvPicPr>
          <p:cNvPr id="18" name="SK-12-img-17" descr="preencoded.png">
            <a:extLst>
              <a:ext uri="{FF2B5EF4-FFF2-40B4-BE49-F238E27FC236}">
                <a16:creationId xmlns:a16="http://schemas.microsoft.com/office/drawing/2014/main" id="{0EDA00B2-C8F3-1286-7466-C5553CE87C5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2152650"/>
            <a:ext cx="202406" cy="166688"/>
          </a:xfrm>
          <a:prstGeom prst="rect">
            <a:avLst/>
          </a:prstGeom>
        </p:spPr>
      </p:pic>
      <p:pic>
        <p:nvPicPr>
          <p:cNvPr id="19" name="SK-12-img-18" descr="preencoded.png">
            <a:extLst>
              <a:ext uri="{FF2B5EF4-FFF2-40B4-BE49-F238E27FC236}">
                <a16:creationId xmlns:a16="http://schemas.microsoft.com/office/drawing/2014/main" id="{DB5677FE-AAC3-549C-B53A-EE4B592BF1E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2976563"/>
            <a:ext cx="202406" cy="166688"/>
          </a:xfrm>
          <a:prstGeom prst="rect">
            <a:avLst/>
          </a:prstGeom>
        </p:spPr>
      </p:pic>
      <p:pic>
        <p:nvPicPr>
          <p:cNvPr id="20" name="SK-12-img-19" descr="preencoded.png">
            <a:extLst>
              <a:ext uri="{FF2B5EF4-FFF2-40B4-BE49-F238E27FC236}">
                <a16:creationId xmlns:a16="http://schemas.microsoft.com/office/drawing/2014/main" id="{DA51F1D7-A41C-EBB7-3DA3-504817CE936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3800475"/>
            <a:ext cx="202406" cy="166688"/>
          </a:xfrm>
          <a:prstGeom prst="rect">
            <a:avLst/>
          </a:prstGeom>
        </p:spPr>
      </p:pic>
      <p:pic>
        <p:nvPicPr>
          <p:cNvPr id="21" name="SK-12-img-20" descr="preencoded.png">
            <a:extLst>
              <a:ext uri="{FF2B5EF4-FFF2-40B4-BE49-F238E27FC236}">
                <a16:creationId xmlns:a16="http://schemas.microsoft.com/office/drawing/2014/main" id="{E2D6056B-2417-73DB-F436-92192511C26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4624388"/>
            <a:ext cx="202406" cy="166688"/>
          </a:xfrm>
          <a:prstGeom prst="rect">
            <a:avLst/>
          </a:prstGeom>
        </p:spPr>
      </p:pic>
      <p:pic>
        <p:nvPicPr>
          <p:cNvPr id="22" name="SK-12-img-21" descr="preencoded.png">
            <a:extLst>
              <a:ext uri="{FF2B5EF4-FFF2-40B4-BE49-F238E27FC236}">
                <a16:creationId xmlns:a16="http://schemas.microsoft.com/office/drawing/2014/main" id="{40BCA1F1-B03F-20D7-DDA6-97DBE034769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6148388"/>
            <a:ext cx="11049000" cy="404813"/>
          </a:xfrm>
          <a:prstGeom prst="rect">
            <a:avLst/>
          </a:prstGeom>
        </p:spPr>
      </p:pic>
      <p:pic>
        <p:nvPicPr>
          <p:cNvPr id="23" name="SK-12-img-22" descr="preencoded.png">
            <a:extLst>
              <a:ext uri="{FF2B5EF4-FFF2-40B4-BE49-F238E27FC236}">
                <a16:creationId xmlns:a16="http://schemas.microsoft.com/office/drawing/2014/main" id="{328A6409-C6B6-6E7D-0F42-640787B76C1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6274594"/>
            <a:ext cx="190500" cy="152400"/>
          </a:xfrm>
          <a:prstGeom prst="rect">
            <a:avLst/>
          </a:prstGeom>
        </p:spPr>
      </p:pic>
      <p:sp>
        <p:nvSpPr>
          <p:cNvPr id="24" name="SK-12-text-23">
            <a:extLst>
              <a:ext uri="{FF2B5EF4-FFF2-40B4-BE49-F238E27FC236}">
                <a16:creationId xmlns:a16="http://schemas.microsoft.com/office/drawing/2014/main" id="{C6C6DB69-D7D4-4EAB-E4F7-9BC9A15D9E26}"/>
              </a:ext>
            </a:extLst>
          </p:cNvPr>
          <p:cNvSpPr/>
          <p:nvPr/>
        </p:nvSpPr>
        <p:spPr>
          <a:xfrm>
            <a:off x="647700" y="3048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25" name="SK-12-text-24">
            <a:extLst>
              <a:ext uri="{FF2B5EF4-FFF2-40B4-BE49-F238E27FC236}">
                <a16:creationId xmlns:a16="http://schemas.microsoft.com/office/drawing/2014/main" id="{911BEBDC-FB95-B4E9-525E-EF17325DFC96}"/>
              </a:ext>
            </a:extLst>
          </p:cNvPr>
          <p:cNvSpPr/>
          <p:nvPr/>
        </p:nvSpPr>
        <p:spPr>
          <a:xfrm>
            <a:off x="571500" y="657225"/>
            <a:ext cx="11620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B-2. Performance Domain 분석: 범위(2.2) 및 재무(2.4)</a:t>
            </a:r>
            <a:endParaRPr lang="en-US" sz="2550" dirty="0"/>
          </a:p>
        </p:txBody>
      </p:sp>
      <p:sp>
        <p:nvSpPr>
          <p:cNvPr id="26" name="SK-12-text-25">
            <a:extLst>
              <a:ext uri="{FF2B5EF4-FFF2-40B4-BE49-F238E27FC236}">
                <a16:creationId xmlns:a16="http://schemas.microsoft.com/office/drawing/2014/main" id="{C62B29E9-86D2-A9A9-31E3-9FC0AA423BED}"/>
              </a:ext>
            </a:extLst>
          </p:cNvPr>
          <p:cNvSpPr/>
          <p:nvPr/>
        </p:nvSpPr>
        <p:spPr>
          <a:xfrm>
            <a:off x="1157288" y="1552575"/>
            <a:ext cx="536448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성과영역 2.2: 범위 (Scope)</a:t>
            </a:r>
            <a:endParaRPr lang="en-US" sz="1650" dirty="0"/>
          </a:p>
        </p:txBody>
      </p:sp>
      <p:sp>
        <p:nvSpPr>
          <p:cNvPr id="27" name="SK-12-text-26">
            <a:extLst>
              <a:ext uri="{FF2B5EF4-FFF2-40B4-BE49-F238E27FC236}">
                <a16:creationId xmlns:a16="http://schemas.microsoft.com/office/drawing/2014/main" id="{91EEBD6E-E626-4C70-976C-452D389BF817}"/>
              </a:ext>
            </a:extLst>
          </p:cNvPr>
          <p:cNvSpPr/>
          <p:nvPr/>
        </p:nvSpPr>
        <p:spPr>
          <a:xfrm>
            <a:off x="5391150" y="1581150"/>
            <a:ext cx="3429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심각</a:t>
            </a:r>
            <a:endParaRPr lang="en-US" sz="1050" dirty="0"/>
          </a:p>
        </p:txBody>
      </p:sp>
      <p:sp>
        <p:nvSpPr>
          <p:cNvPr id="28" name="SK-12-text-27">
            <a:extLst>
              <a:ext uri="{FF2B5EF4-FFF2-40B4-BE49-F238E27FC236}">
                <a16:creationId xmlns:a16="http://schemas.microsoft.com/office/drawing/2014/main" id="{64BED218-5CC5-665F-6FE7-65CD68C4E860}"/>
              </a:ext>
            </a:extLst>
          </p:cNvPr>
          <p:cNvSpPr/>
          <p:nvPr/>
        </p:nvSpPr>
        <p:spPr>
          <a:xfrm>
            <a:off x="1078706" y="2114550"/>
            <a:ext cx="495300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변경 및 베이스라인 미갱신</a:t>
            </a:r>
            <a:endParaRPr lang="en-US" sz="1275" dirty="0"/>
          </a:p>
        </p:txBody>
      </p:sp>
      <p:sp>
        <p:nvSpPr>
          <p:cNvPr id="29" name="SK-12-text-28">
            <a:extLst>
              <a:ext uri="{FF2B5EF4-FFF2-40B4-BE49-F238E27FC236}">
                <a16:creationId xmlns:a16="http://schemas.microsoft.com/office/drawing/2014/main" id="{D602FDDB-6422-83A4-28F9-9430EC7C5863}"/>
              </a:ext>
            </a:extLst>
          </p:cNvPr>
          <p:cNvSpPr/>
          <p:nvPr/>
        </p:nvSpPr>
        <p:spPr>
          <a:xfrm>
            <a:off x="1009650" y="2386013"/>
            <a:ext cx="474345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정식 CR 12건 외 </a:t>
            </a:r>
            <a:r>
              <a:rPr lang="en-US" sz="1125" dirty="0">
                <a:solidFill>
                  <a:srgbClr val="005AEE"/>
                </a:solidFill>
                <a:highlight>
                  <a:srgbClr val="F3F4F6"/>
                </a:highlight>
              </a:rPr>
              <a:t>비공식 변경 35건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발생 (회의록 21건 + 메신저 14건). 영향평가 및 베이스라인 업데이트 전무.</a:t>
            </a:r>
            <a:endParaRPr lang="en-US" sz="1125" dirty="0"/>
          </a:p>
        </p:txBody>
      </p:sp>
      <p:sp>
        <p:nvSpPr>
          <p:cNvPr id="30" name="SK-12-text-29">
            <a:extLst>
              <a:ext uri="{FF2B5EF4-FFF2-40B4-BE49-F238E27FC236}">
                <a16:creationId xmlns:a16="http://schemas.microsoft.com/office/drawing/2014/main" id="{2772ACC8-50E4-1B35-2026-5E8424F5DC2D}"/>
              </a:ext>
            </a:extLst>
          </p:cNvPr>
          <p:cNvSpPr/>
          <p:nvPr/>
        </p:nvSpPr>
        <p:spPr>
          <a:xfrm>
            <a:off x="1078706" y="2938463"/>
            <a:ext cx="495300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v2 변경을 통한 완료 기준 하향</a:t>
            </a:r>
            <a:endParaRPr lang="en-US" sz="1275" dirty="0"/>
          </a:p>
        </p:txBody>
      </p:sp>
      <p:sp>
        <p:nvSpPr>
          <p:cNvPr id="31" name="SK-12-text-30">
            <a:extLst>
              <a:ext uri="{FF2B5EF4-FFF2-40B4-BE49-F238E27FC236}">
                <a16:creationId xmlns:a16="http://schemas.microsoft.com/office/drawing/2014/main" id="{B0ACF40E-F9C0-ED47-95ED-6CA2CCD1F927}"/>
              </a:ext>
            </a:extLst>
          </p:cNvPr>
          <p:cNvSpPr/>
          <p:nvPr/>
        </p:nvSpPr>
        <p:spPr>
          <a:xfrm>
            <a:off x="1047750" y="3209925"/>
            <a:ext cx="474345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005AEE"/>
                </a:solidFill>
                <a:highlight>
                  <a:srgbClr val="F3F4F6"/>
                </a:highlight>
              </a:rPr>
              <a:t>CR-012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QA 통과 조건을 삭제하고 '코드 머지 = Done'으로 변경. 실물 검증 없는 허수 완료율 양산.</a:t>
            </a:r>
            <a:endParaRPr lang="en-US" sz="1125" dirty="0"/>
          </a:p>
        </p:txBody>
      </p:sp>
      <p:sp>
        <p:nvSpPr>
          <p:cNvPr id="32" name="SK-12-text-31">
            <a:extLst>
              <a:ext uri="{FF2B5EF4-FFF2-40B4-BE49-F238E27FC236}">
                <a16:creationId xmlns:a16="http://schemas.microsoft.com/office/drawing/2014/main" id="{D77749C4-D33C-362F-B0BF-AE776AD0CAA6}"/>
              </a:ext>
            </a:extLst>
          </p:cNvPr>
          <p:cNvSpPr/>
          <p:nvPr/>
        </p:nvSpPr>
        <p:spPr>
          <a:xfrm>
            <a:off x="1078706" y="3762375"/>
            <a:ext cx="495300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스코프 크립(Scope Creep) 미인지</a:t>
            </a:r>
            <a:endParaRPr lang="en-US" sz="1275" dirty="0"/>
          </a:p>
        </p:txBody>
      </p:sp>
      <p:sp>
        <p:nvSpPr>
          <p:cNvPr id="33" name="SK-12-text-32">
            <a:extLst>
              <a:ext uri="{FF2B5EF4-FFF2-40B4-BE49-F238E27FC236}">
                <a16:creationId xmlns:a16="http://schemas.microsoft.com/office/drawing/2014/main" id="{2BD4D930-B6B9-9F32-C9D6-F8CDC993DB7F}"/>
              </a:ext>
            </a:extLst>
          </p:cNvPr>
          <p:cNvSpPr/>
          <p:nvPr/>
        </p:nvSpPr>
        <p:spPr>
          <a:xfrm>
            <a:off x="1009650" y="4033837"/>
            <a:ext cx="474345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 기종 베이스라인 6종이나 실제 8종 운영. </a:t>
            </a:r>
            <a:r>
              <a:rPr lang="en-US" sz="1125" dirty="0">
                <a:solidFill>
                  <a:srgbClr val="005AEE"/>
                </a:solidFill>
                <a:highlight>
                  <a:srgbClr val="F3F4F6"/>
                </a:highlight>
              </a:rPr>
              <a:t>CR-005/006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예산 미반영 등 통제 밖의 범위 확장 지속.</a:t>
            </a:r>
            <a:endParaRPr lang="en-US" sz="1125" dirty="0"/>
          </a:p>
        </p:txBody>
      </p:sp>
      <p:sp>
        <p:nvSpPr>
          <p:cNvPr id="34" name="SK-12-text-33">
            <a:extLst>
              <a:ext uri="{FF2B5EF4-FFF2-40B4-BE49-F238E27FC236}">
                <a16:creationId xmlns:a16="http://schemas.microsoft.com/office/drawing/2014/main" id="{191A906F-19BF-2B50-0AD2-FC7B08B94BF3}"/>
              </a:ext>
            </a:extLst>
          </p:cNvPr>
          <p:cNvSpPr/>
          <p:nvPr/>
        </p:nvSpPr>
        <p:spPr>
          <a:xfrm>
            <a:off x="1078706" y="4586288"/>
            <a:ext cx="495300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편익(Outcome) 범위 미정의</a:t>
            </a:r>
            <a:endParaRPr lang="en-US" sz="1275" dirty="0"/>
          </a:p>
        </p:txBody>
      </p:sp>
      <p:sp>
        <p:nvSpPr>
          <p:cNvPr id="35" name="SK-12-text-34">
            <a:extLst>
              <a:ext uri="{FF2B5EF4-FFF2-40B4-BE49-F238E27FC236}">
                <a16:creationId xmlns:a16="http://schemas.microsoft.com/office/drawing/2014/main" id="{66D4D0EC-6673-05A7-A564-0ED7796B3D05}"/>
              </a:ext>
            </a:extLst>
          </p:cNvPr>
          <p:cNvSpPr/>
          <p:nvPr/>
        </p:nvSpPr>
        <p:spPr>
          <a:xfrm>
            <a:off x="1047750" y="4857750"/>
            <a:ext cx="474345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005AEE"/>
                </a:solidFill>
                <a:highlight>
                  <a:srgbClr val="F3F4F6"/>
                </a:highlight>
              </a:rPr>
              <a:t>BEN-01~05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측정 방법, 주기, 책임자가 8개월간 '미정의' 상태로 방치되어 가치 중심 관리 부재.</a:t>
            </a:r>
            <a:endParaRPr lang="en-US" sz="1125" dirty="0"/>
          </a:p>
        </p:txBody>
      </p:sp>
      <p:sp>
        <p:nvSpPr>
          <p:cNvPr id="36" name="SK-12-text-35">
            <a:extLst>
              <a:ext uri="{FF2B5EF4-FFF2-40B4-BE49-F238E27FC236}">
                <a16:creationId xmlns:a16="http://schemas.microsoft.com/office/drawing/2014/main" id="{9DBA71B8-D454-C51C-2644-9F290450C040}"/>
              </a:ext>
            </a:extLst>
          </p:cNvPr>
          <p:cNvSpPr/>
          <p:nvPr/>
        </p:nvSpPr>
        <p:spPr>
          <a:xfrm>
            <a:off x="6796088" y="1552575"/>
            <a:ext cx="5395913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성과영역 2.4: 재무 (Financial)</a:t>
            </a:r>
            <a:endParaRPr lang="en-US" sz="1650" dirty="0"/>
          </a:p>
        </p:txBody>
      </p:sp>
      <p:sp>
        <p:nvSpPr>
          <p:cNvPr id="37" name="SK-12-text-36">
            <a:extLst>
              <a:ext uri="{FF2B5EF4-FFF2-40B4-BE49-F238E27FC236}">
                <a16:creationId xmlns:a16="http://schemas.microsoft.com/office/drawing/2014/main" id="{C363A033-3E9B-023F-1AA5-21A0013F8FA7}"/>
              </a:ext>
            </a:extLst>
          </p:cNvPr>
          <p:cNvSpPr/>
          <p:nvPr/>
        </p:nvSpPr>
        <p:spPr>
          <a:xfrm>
            <a:off x="11029950" y="1581150"/>
            <a:ext cx="3429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심각</a:t>
            </a:r>
            <a:endParaRPr lang="en-US" sz="1050" dirty="0"/>
          </a:p>
        </p:txBody>
      </p:sp>
      <p:sp>
        <p:nvSpPr>
          <p:cNvPr id="38" name="SK-12-text-37">
            <a:extLst>
              <a:ext uri="{FF2B5EF4-FFF2-40B4-BE49-F238E27FC236}">
                <a16:creationId xmlns:a16="http://schemas.microsoft.com/office/drawing/2014/main" id="{9F4FC94E-FEA4-2BCA-31AA-C41D36EC3135}"/>
              </a:ext>
            </a:extLst>
          </p:cNvPr>
          <p:cNvSpPr/>
          <p:nvPr/>
        </p:nvSpPr>
        <p:spPr>
          <a:xfrm>
            <a:off x="6717506" y="2114550"/>
            <a:ext cx="495300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비용 통제 실패</a:t>
            </a:r>
            <a:endParaRPr lang="en-US" sz="1275" dirty="0"/>
          </a:p>
        </p:txBody>
      </p:sp>
      <p:sp>
        <p:nvSpPr>
          <p:cNvPr id="39" name="SK-12-text-38">
            <a:extLst>
              <a:ext uri="{FF2B5EF4-FFF2-40B4-BE49-F238E27FC236}">
                <a16:creationId xmlns:a16="http://schemas.microsoft.com/office/drawing/2014/main" id="{85C14B7F-B46E-F6EE-5156-15AF9B230FD9}"/>
              </a:ext>
            </a:extLst>
          </p:cNvPr>
          <p:cNvSpPr/>
          <p:nvPr/>
        </p:nvSpPr>
        <p:spPr>
          <a:xfrm>
            <a:off x="6648450" y="2386013"/>
            <a:ext cx="474345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예산 24억 중 </a:t>
            </a:r>
            <a:r>
              <a:rPr lang="en-US" sz="1125" dirty="0">
                <a:solidFill>
                  <a:srgbClr val="005AEE"/>
                </a:solidFill>
                <a:highlight>
                  <a:srgbClr val="F3F4F6"/>
                </a:highlight>
              </a:rPr>
              <a:t>21.4억(89%)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소진. 엣지캐시 미적용 및 VLM 최고티어 단일 고정으로 인한 비효율적 집행.</a:t>
            </a:r>
            <a:endParaRPr lang="en-US" sz="1125" dirty="0"/>
          </a:p>
        </p:txBody>
      </p:sp>
      <p:sp>
        <p:nvSpPr>
          <p:cNvPr id="40" name="SK-12-text-39">
            <a:extLst>
              <a:ext uri="{FF2B5EF4-FFF2-40B4-BE49-F238E27FC236}">
                <a16:creationId xmlns:a16="http://schemas.microsoft.com/office/drawing/2014/main" id="{8411B816-0119-98A5-AE94-39BD60882127}"/>
              </a:ext>
            </a:extLst>
          </p:cNvPr>
          <p:cNvSpPr/>
          <p:nvPr/>
        </p:nvSpPr>
        <p:spPr>
          <a:xfrm>
            <a:off x="6717506" y="2938463"/>
            <a:ext cx="495300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CPI 악화 은폐 및 분리 보고</a:t>
            </a:r>
            <a:endParaRPr lang="en-US" sz="1275" dirty="0"/>
          </a:p>
        </p:txBody>
      </p:sp>
      <p:sp>
        <p:nvSpPr>
          <p:cNvPr id="41" name="SK-12-text-40">
            <a:extLst>
              <a:ext uri="{FF2B5EF4-FFF2-40B4-BE49-F238E27FC236}">
                <a16:creationId xmlns:a16="http://schemas.microsoft.com/office/drawing/2014/main" id="{D8D959B3-4F4A-D3C4-E1BC-01B37BFD2105}"/>
              </a:ext>
            </a:extLst>
          </p:cNvPr>
          <p:cNvSpPr/>
          <p:nvPr/>
        </p:nvSpPr>
        <p:spPr>
          <a:xfrm>
            <a:off x="6648450" y="3209925"/>
            <a:ext cx="474345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총 </a:t>
            </a:r>
            <a:r>
              <a:rPr lang="en-US" sz="1125" dirty="0">
                <a:solidFill>
                  <a:srgbClr val="005AEE"/>
                </a:solidFill>
                <a:highlight>
                  <a:srgbClr val="F3F4F6"/>
                </a:highlight>
              </a:rPr>
              <a:t>CPI 0.944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이나, AI 인프라 비용을 제외한 '개발 부문(CPI 0.98)'만 선별 게시하여 지표 왜곡.</a:t>
            </a:r>
            <a:endParaRPr lang="en-US" sz="1125" dirty="0"/>
          </a:p>
        </p:txBody>
      </p:sp>
      <p:sp>
        <p:nvSpPr>
          <p:cNvPr id="42" name="SK-12-text-41">
            <a:extLst>
              <a:ext uri="{FF2B5EF4-FFF2-40B4-BE49-F238E27FC236}">
                <a16:creationId xmlns:a16="http://schemas.microsoft.com/office/drawing/2014/main" id="{C6A14093-78E5-5CD0-6B7E-4B253901C812}"/>
              </a:ext>
            </a:extLst>
          </p:cNvPr>
          <p:cNvSpPr/>
          <p:nvPr/>
        </p:nvSpPr>
        <p:spPr>
          <a:xfrm>
            <a:off x="6717506" y="3762375"/>
            <a:ext cx="495300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재무 책임성(Accountability) 부재</a:t>
            </a:r>
            <a:endParaRPr lang="en-US" sz="1275" dirty="0"/>
          </a:p>
        </p:txBody>
      </p:sp>
      <p:sp>
        <p:nvSpPr>
          <p:cNvPr id="43" name="SK-12-text-42">
            <a:extLst>
              <a:ext uri="{FF2B5EF4-FFF2-40B4-BE49-F238E27FC236}">
                <a16:creationId xmlns:a16="http://schemas.microsoft.com/office/drawing/2014/main" id="{8A7A28FF-94B8-1E7A-18B5-27FE48115642}"/>
              </a:ext>
            </a:extLst>
          </p:cNvPr>
          <p:cNvSpPr/>
          <p:nvPr/>
        </p:nvSpPr>
        <p:spPr>
          <a:xfrm>
            <a:off x="6686550" y="4033837"/>
            <a:ext cx="474345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005AEE"/>
                </a:solidFill>
                <a:highlight>
                  <a:srgbClr val="F3F4F6"/>
                </a:highlight>
              </a:rPr>
              <a:t>16_org_raci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내 AI 인프라 예산의 최종 책임자(Accountable) 항목이 공란으로 방치됨.</a:t>
            </a:r>
            <a:endParaRPr lang="en-US" sz="1125" dirty="0"/>
          </a:p>
        </p:txBody>
      </p:sp>
      <p:sp>
        <p:nvSpPr>
          <p:cNvPr id="44" name="SK-12-text-43">
            <a:extLst>
              <a:ext uri="{FF2B5EF4-FFF2-40B4-BE49-F238E27FC236}">
                <a16:creationId xmlns:a16="http://schemas.microsoft.com/office/drawing/2014/main" id="{3EF76824-F8A3-F4C7-1F48-F960BAB4E1F9}"/>
              </a:ext>
            </a:extLst>
          </p:cNvPr>
          <p:cNvSpPr/>
          <p:nvPr/>
        </p:nvSpPr>
        <p:spPr>
          <a:xfrm>
            <a:off x="6717506" y="4586288"/>
            <a:ext cx="495300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예산 베이스라인 미반영</a:t>
            </a:r>
            <a:endParaRPr lang="en-US" sz="1275" dirty="0"/>
          </a:p>
        </p:txBody>
      </p:sp>
      <p:sp>
        <p:nvSpPr>
          <p:cNvPr id="45" name="SK-12-text-44">
            <a:extLst>
              <a:ext uri="{FF2B5EF4-FFF2-40B4-BE49-F238E27FC236}">
                <a16:creationId xmlns:a16="http://schemas.microsoft.com/office/drawing/2014/main" id="{AD1B844A-D423-930F-6934-2968712D04AB}"/>
              </a:ext>
            </a:extLst>
          </p:cNvPr>
          <p:cNvSpPr/>
          <p:nvPr/>
        </p:nvSpPr>
        <p:spPr>
          <a:xfrm>
            <a:off x="6648450" y="4857750"/>
            <a:ext cx="474345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승인된 </a:t>
            </a:r>
            <a:r>
              <a:rPr lang="en-US" sz="1125" dirty="0">
                <a:solidFill>
                  <a:srgbClr val="005AEE"/>
                </a:solidFill>
                <a:highlight>
                  <a:srgbClr val="F3F4F6"/>
                </a:highlight>
              </a:rPr>
              <a:t>+5억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규모의 예산이 베이스라인에 갱신되지 않아 정확한 재무 성과 측정이 불가능한 상태.</a:t>
            </a:r>
            <a:endParaRPr lang="en-US" sz="1125" dirty="0"/>
          </a:p>
        </p:txBody>
      </p:sp>
      <p:sp>
        <p:nvSpPr>
          <p:cNvPr id="46" name="SK-12-text-45">
            <a:extLst>
              <a:ext uri="{FF2B5EF4-FFF2-40B4-BE49-F238E27FC236}">
                <a16:creationId xmlns:a16="http://schemas.microsoft.com/office/drawing/2014/main" id="{F6F71BC0-B62F-660B-CA69-298487F31F5D}"/>
              </a:ext>
            </a:extLst>
          </p:cNvPr>
          <p:cNvSpPr/>
          <p:nvPr/>
        </p:nvSpPr>
        <p:spPr>
          <a:xfrm>
            <a:off x="1066800" y="6243638"/>
            <a:ext cx="108013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범위와 재무의 유기적 연결이 끊어지면서, </a:t>
            </a: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통제되지 않는 변경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</a:t>
            </a: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보이지 않는 비용 폭발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이어지는 악순환 구조 형성</a:t>
            </a:r>
            <a:endParaRPr lang="en-US" sz="1125" dirty="0"/>
          </a:p>
        </p:txBody>
      </p:sp>
    </p:spTree>
    <p:extLst>
      <p:ext uri="{BB962C8B-B14F-4D97-AF65-F5344CB8AC3E}">
        <p14:creationId xmlns:p14="http://schemas.microsoft.com/office/powerpoint/2010/main" val="2864506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3-img-1" descr="preencoded.png">
            <a:extLst>
              <a:ext uri="{FF2B5EF4-FFF2-40B4-BE49-F238E27FC236}">
                <a16:creationId xmlns:a16="http://schemas.microsoft.com/office/drawing/2014/main" id="{03CDF83F-5C18-E940-44FA-BD6BE44E8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3-img-2" descr="preencoded.png">
            <a:extLst>
              <a:ext uri="{FF2B5EF4-FFF2-40B4-BE49-F238E27FC236}">
                <a16:creationId xmlns:a16="http://schemas.microsoft.com/office/drawing/2014/main" id="{ADDE6E05-E113-22C4-D44E-DAA30E98E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3-img-3" descr="preencoded.png">
            <a:extLst>
              <a:ext uri="{FF2B5EF4-FFF2-40B4-BE49-F238E27FC236}">
                <a16:creationId xmlns:a16="http://schemas.microsoft.com/office/drawing/2014/main" id="{F97DCADA-2716-4008-4CC3-D9DE086028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13-img-4" descr="preencoded.png">
            <a:extLst>
              <a:ext uri="{FF2B5EF4-FFF2-40B4-BE49-F238E27FC236}">
                <a16:creationId xmlns:a16="http://schemas.microsoft.com/office/drawing/2014/main" id="{C0F64DE5-2208-1EF8-6C60-047CB3F305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13-img-5" descr="preencoded.png">
            <a:extLst>
              <a:ext uri="{FF2B5EF4-FFF2-40B4-BE49-F238E27FC236}">
                <a16:creationId xmlns:a16="http://schemas.microsoft.com/office/drawing/2014/main" id="{22376928-FD26-222F-316E-0CCC71B21C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5410200" cy="4972050"/>
          </a:xfrm>
          <a:prstGeom prst="rect">
            <a:avLst/>
          </a:prstGeom>
        </p:spPr>
      </p:pic>
      <p:pic>
        <p:nvPicPr>
          <p:cNvPr id="7" name="SK-13-img-6" descr="preencoded.png">
            <a:extLst>
              <a:ext uri="{FF2B5EF4-FFF2-40B4-BE49-F238E27FC236}">
                <a16:creationId xmlns:a16="http://schemas.microsoft.com/office/drawing/2014/main" id="{398BC02D-3F82-AAF2-D211-1C2F216ACB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695450"/>
            <a:ext cx="5029200" cy="400050"/>
          </a:xfrm>
          <a:prstGeom prst="rect">
            <a:avLst/>
          </a:prstGeom>
        </p:spPr>
      </p:pic>
      <p:pic>
        <p:nvPicPr>
          <p:cNvPr id="8" name="SK-13-img-7" descr="preencoded.png">
            <a:extLst>
              <a:ext uri="{FF2B5EF4-FFF2-40B4-BE49-F238E27FC236}">
                <a16:creationId xmlns:a16="http://schemas.microsoft.com/office/drawing/2014/main" id="{5771F703-865F-3642-BF54-F0DB57982E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724025"/>
            <a:ext cx="285750" cy="228600"/>
          </a:xfrm>
          <a:prstGeom prst="rect">
            <a:avLst/>
          </a:prstGeom>
        </p:spPr>
      </p:pic>
      <p:pic>
        <p:nvPicPr>
          <p:cNvPr id="9" name="SK-13-img-8" descr="preencoded.png">
            <a:extLst>
              <a:ext uri="{FF2B5EF4-FFF2-40B4-BE49-F238E27FC236}">
                <a16:creationId xmlns:a16="http://schemas.microsoft.com/office/drawing/2014/main" id="{538B03C1-277F-59F8-19A1-BBD994FDE1F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2950" y="1714500"/>
            <a:ext cx="1238250" cy="247650"/>
          </a:xfrm>
          <a:prstGeom prst="rect">
            <a:avLst/>
          </a:prstGeom>
        </p:spPr>
      </p:pic>
      <p:pic>
        <p:nvPicPr>
          <p:cNvPr id="10" name="SK-13-img-9" descr="preencoded.png">
            <a:extLst>
              <a:ext uri="{FF2B5EF4-FFF2-40B4-BE49-F238E27FC236}">
                <a16:creationId xmlns:a16="http://schemas.microsoft.com/office/drawing/2014/main" id="{B5A9F43A-09B5-F048-47F1-A175B40ABD8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2333625"/>
            <a:ext cx="57150" cy="57150"/>
          </a:xfrm>
          <a:prstGeom prst="rect">
            <a:avLst/>
          </a:prstGeom>
        </p:spPr>
      </p:pic>
      <p:pic>
        <p:nvPicPr>
          <p:cNvPr id="11" name="SK-13-img-10" descr="preencoded.png">
            <a:extLst>
              <a:ext uri="{FF2B5EF4-FFF2-40B4-BE49-F238E27FC236}">
                <a16:creationId xmlns:a16="http://schemas.microsoft.com/office/drawing/2014/main" id="{F67021A1-E9C2-F43A-20CF-EE14EFEEA2A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57600" y="2264569"/>
            <a:ext cx="714375" cy="195263"/>
          </a:xfrm>
          <a:prstGeom prst="rect">
            <a:avLst/>
          </a:prstGeom>
        </p:spPr>
      </p:pic>
      <p:pic>
        <p:nvPicPr>
          <p:cNvPr id="12" name="SK-13-img-11" descr="preencoded.png">
            <a:extLst>
              <a:ext uri="{FF2B5EF4-FFF2-40B4-BE49-F238E27FC236}">
                <a16:creationId xmlns:a16="http://schemas.microsoft.com/office/drawing/2014/main" id="{6ABAA83D-9F79-84E4-8B9A-1ED0E527DB8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114675"/>
            <a:ext cx="57150" cy="57150"/>
          </a:xfrm>
          <a:prstGeom prst="rect">
            <a:avLst/>
          </a:prstGeom>
        </p:spPr>
      </p:pic>
      <p:pic>
        <p:nvPicPr>
          <p:cNvPr id="13" name="SK-13-img-12" descr="preencoded.png">
            <a:extLst>
              <a:ext uri="{FF2B5EF4-FFF2-40B4-BE49-F238E27FC236}">
                <a16:creationId xmlns:a16="http://schemas.microsoft.com/office/drawing/2014/main" id="{2EAFDFFB-A3F6-42BD-4C7D-9F2D0801C9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24275" y="3045619"/>
            <a:ext cx="381000" cy="195263"/>
          </a:xfrm>
          <a:prstGeom prst="rect">
            <a:avLst/>
          </a:prstGeom>
        </p:spPr>
      </p:pic>
      <p:pic>
        <p:nvPicPr>
          <p:cNvPr id="14" name="SK-13-img-13" descr="preencoded.png">
            <a:extLst>
              <a:ext uri="{FF2B5EF4-FFF2-40B4-BE49-F238E27FC236}">
                <a16:creationId xmlns:a16="http://schemas.microsoft.com/office/drawing/2014/main" id="{76EECD16-ABB8-F07E-CE65-30553D17BB0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895725"/>
            <a:ext cx="57150" cy="57150"/>
          </a:xfrm>
          <a:prstGeom prst="rect">
            <a:avLst/>
          </a:prstGeom>
        </p:spPr>
      </p:pic>
      <p:pic>
        <p:nvPicPr>
          <p:cNvPr id="15" name="SK-13-img-14" descr="preencoded.png">
            <a:extLst>
              <a:ext uri="{FF2B5EF4-FFF2-40B4-BE49-F238E27FC236}">
                <a16:creationId xmlns:a16="http://schemas.microsoft.com/office/drawing/2014/main" id="{D4D408B3-2E9D-DBB2-ECC8-0D365026BF5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95675" y="3826669"/>
            <a:ext cx="847725" cy="195263"/>
          </a:xfrm>
          <a:prstGeom prst="rect">
            <a:avLst/>
          </a:prstGeom>
        </p:spPr>
      </p:pic>
      <p:pic>
        <p:nvPicPr>
          <p:cNvPr id="16" name="SK-13-img-15" descr="preencoded.png">
            <a:extLst>
              <a:ext uri="{FF2B5EF4-FFF2-40B4-BE49-F238E27FC236}">
                <a16:creationId xmlns:a16="http://schemas.microsoft.com/office/drawing/2014/main" id="{AE9109AE-D4A0-FE2E-9338-62D7F4620F4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4676775"/>
            <a:ext cx="57150" cy="57150"/>
          </a:xfrm>
          <a:prstGeom prst="rect">
            <a:avLst/>
          </a:prstGeom>
        </p:spPr>
      </p:pic>
      <p:pic>
        <p:nvPicPr>
          <p:cNvPr id="17" name="SK-13-img-16" descr="preencoded.png">
            <a:extLst>
              <a:ext uri="{FF2B5EF4-FFF2-40B4-BE49-F238E27FC236}">
                <a16:creationId xmlns:a16="http://schemas.microsoft.com/office/drawing/2014/main" id="{039D037B-8696-9EC4-D21D-E714471CFC2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81350" y="4607719"/>
            <a:ext cx="381000" cy="195263"/>
          </a:xfrm>
          <a:prstGeom prst="rect">
            <a:avLst/>
          </a:prstGeom>
        </p:spPr>
      </p:pic>
      <p:pic>
        <p:nvPicPr>
          <p:cNvPr id="18" name="SK-13-img-17" descr="preencoded.png">
            <a:extLst>
              <a:ext uri="{FF2B5EF4-FFF2-40B4-BE49-F238E27FC236}">
                <a16:creationId xmlns:a16="http://schemas.microsoft.com/office/drawing/2014/main" id="{81218F34-38B0-0C6C-6F66-E85A7883D1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504950"/>
            <a:ext cx="5410200" cy="4972050"/>
          </a:xfrm>
          <a:prstGeom prst="rect">
            <a:avLst/>
          </a:prstGeom>
        </p:spPr>
      </p:pic>
      <p:pic>
        <p:nvPicPr>
          <p:cNvPr id="19" name="SK-13-img-18" descr="preencoded.png">
            <a:extLst>
              <a:ext uri="{FF2B5EF4-FFF2-40B4-BE49-F238E27FC236}">
                <a16:creationId xmlns:a16="http://schemas.microsoft.com/office/drawing/2014/main" id="{8B4BED76-B91F-4234-5D11-C5EF3FC6A6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1695450"/>
            <a:ext cx="5029200" cy="400050"/>
          </a:xfrm>
          <a:prstGeom prst="rect">
            <a:avLst/>
          </a:prstGeom>
        </p:spPr>
      </p:pic>
      <p:pic>
        <p:nvPicPr>
          <p:cNvPr id="20" name="SK-13-img-19" descr="preencoded.png">
            <a:extLst>
              <a:ext uri="{FF2B5EF4-FFF2-40B4-BE49-F238E27FC236}">
                <a16:creationId xmlns:a16="http://schemas.microsoft.com/office/drawing/2014/main" id="{5BE1020A-8DB5-C761-73F2-4EF971BB48E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1724025"/>
            <a:ext cx="285750" cy="228600"/>
          </a:xfrm>
          <a:prstGeom prst="rect">
            <a:avLst/>
          </a:prstGeom>
        </p:spPr>
      </p:pic>
      <p:pic>
        <p:nvPicPr>
          <p:cNvPr id="21" name="SK-13-img-20" descr="preencoded.png">
            <a:extLst>
              <a:ext uri="{FF2B5EF4-FFF2-40B4-BE49-F238E27FC236}">
                <a16:creationId xmlns:a16="http://schemas.microsoft.com/office/drawing/2014/main" id="{AAA8437E-6A74-CE90-F146-9046881175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1750" y="1714500"/>
            <a:ext cx="1238250" cy="247650"/>
          </a:xfrm>
          <a:prstGeom prst="rect">
            <a:avLst/>
          </a:prstGeom>
        </p:spPr>
      </p:pic>
      <p:pic>
        <p:nvPicPr>
          <p:cNvPr id="22" name="SK-13-img-21" descr="preencoded.png">
            <a:extLst>
              <a:ext uri="{FF2B5EF4-FFF2-40B4-BE49-F238E27FC236}">
                <a16:creationId xmlns:a16="http://schemas.microsoft.com/office/drawing/2014/main" id="{A5F296EE-6DCB-2F30-967F-AC28909BC4D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2247900"/>
            <a:ext cx="5029200" cy="800100"/>
          </a:xfrm>
          <a:prstGeom prst="rect">
            <a:avLst/>
          </a:prstGeom>
        </p:spPr>
      </p:pic>
      <p:pic>
        <p:nvPicPr>
          <p:cNvPr id="23" name="SK-13-img-22" descr="preencoded.png">
            <a:extLst>
              <a:ext uri="{FF2B5EF4-FFF2-40B4-BE49-F238E27FC236}">
                <a16:creationId xmlns:a16="http://schemas.microsoft.com/office/drawing/2014/main" id="{5F52E9B7-861C-72DC-C678-5F4E71AF0CB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15100" y="2362200"/>
            <a:ext cx="838200" cy="571500"/>
          </a:xfrm>
          <a:prstGeom prst="rect">
            <a:avLst/>
          </a:prstGeom>
        </p:spPr>
      </p:pic>
      <p:pic>
        <p:nvPicPr>
          <p:cNvPr id="24" name="SK-13-img-23" descr="preencoded.png">
            <a:extLst>
              <a:ext uri="{FF2B5EF4-FFF2-40B4-BE49-F238E27FC236}">
                <a16:creationId xmlns:a16="http://schemas.microsoft.com/office/drawing/2014/main" id="{9744BF08-3C38-AF0F-B30C-D25BC6A444F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3286125"/>
            <a:ext cx="57150" cy="57150"/>
          </a:xfrm>
          <a:prstGeom prst="rect">
            <a:avLst/>
          </a:prstGeom>
        </p:spPr>
      </p:pic>
      <p:pic>
        <p:nvPicPr>
          <p:cNvPr id="25" name="SK-13-img-24" descr="preencoded.png">
            <a:extLst>
              <a:ext uri="{FF2B5EF4-FFF2-40B4-BE49-F238E27FC236}">
                <a16:creationId xmlns:a16="http://schemas.microsoft.com/office/drawing/2014/main" id="{48C5E7B0-E011-69F5-058E-439235207AE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20150" y="3217069"/>
            <a:ext cx="381000" cy="195263"/>
          </a:xfrm>
          <a:prstGeom prst="rect">
            <a:avLst/>
          </a:prstGeom>
        </p:spPr>
      </p:pic>
      <p:pic>
        <p:nvPicPr>
          <p:cNvPr id="26" name="SK-13-img-25" descr="preencoded.png">
            <a:extLst>
              <a:ext uri="{FF2B5EF4-FFF2-40B4-BE49-F238E27FC236}">
                <a16:creationId xmlns:a16="http://schemas.microsoft.com/office/drawing/2014/main" id="{6639586A-A2AC-FDB4-2245-97988F8E916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4067175"/>
            <a:ext cx="57150" cy="57150"/>
          </a:xfrm>
          <a:prstGeom prst="rect">
            <a:avLst/>
          </a:prstGeom>
        </p:spPr>
      </p:pic>
      <p:pic>
        <p:nvPicPr>
          <p:cNvPr id="27" name="SK-13-img-26" descr="preencoded.png">
            <a:extLst>
              <a:ext uri="{FF2B5EF4-FFF2-40B4-BE49-F238E27FC236}">
                <a16:creationId xmlns:a16="http://schemas.microsoft.com/office/drawing/2014/main" id="{44DA14F6-A6A1-33D7-2C34-40ADB159289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86850" y="3998119"/>
            <a:ext cx="381000" cy="195263"/>
          </a:xfrm>
          <a:prstGeom prst="rect">
            <a:avLst/>
          </a:prstGeom>
        </p:spPr>
      </p:pic>
      <p:pic>
        <p:nvPicPr>
          <p:cNvPr id="28" name="SK-13-img-27" descr="preencoded.png">
            <a:extLst>
              <a:ext uri="{FF2B5EF4-FFF2-40B4-BE49-F238E27FC236}">
                <a16:creationId xmlns:a16="http://schemas.microsoft.com/office/drawing/2014/main" id="{BBDE6045-4F62-845F-77A2-F7D56F424D0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4848225"/>
            <a:ext cx="57150" cy="57150"/>
          </a:xfrm>
          <a:prstGeom prst="rect">
            <a:avLst/>
          </a:prstGeom>
        </p:spPr>
      </p:pic>
      <p:pic>
        <p:nvPicPr>
          <p:cNvPr id="29" name="SK-13-img-28" descr="preencoded.png">
            <a:extLst>
              <a:ext uri="{FF2B5EF4-FFF2-40B4-BE49-F238E27FC236}">
                <a16:creationId xmlns:a16="http://schemas.microsoft.com/office/drawing/2014/main" id="{7CCA945E-4ED4-EA4D-DEA9-42CF9CF3631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77300" y="4779169"/>
            <a:ext cx="1181100" cy="195263"/>
          </a:xfrm>
          <a:prstGeom prst="rect">
            <a:avLst/>
          </a:prstGeom>
        </p:spPr>
      </p:pic>
      <p:pic>
        <p:nvPicPr>
          <p:cNvPr id="30" name="SK-13-img-29" descr="preencoded.png">
            <a:extLst>
              <a:ext uri="{FF2B5EF4-FFF2-40B4-BE49-F238E27FC236}">
                <a16:creationId xmlns:a16="http://schemas.microsoft.com/office/drawing/2014/main" id="{055B88C6-5C44-ED24-CAB6-D85735C387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5629275"/>
            <a:ext cx="57150" cy="57150"/>
          </a:xfrm>
          <a:prstGeom prst="rect">
            <a:avLst/>
          </a:prstGeom>
        </p:spPr>
      </p:pic>
      <p:pic>
        <p:nvPicPr>
          <p:cNvPr id="31" name="SK-13-img-30" descr="preencoded.png">
            <a:extLst>
              <a:ext uri="{FF2B5EF4-FFF2-40B4-BE49-F238E27FC236}">
                <a16:creationId xmlns:a16="http://schemas.microsoft.com/office/drawing/2014/main" id="{10E51EFC-6A40-D08E-9D66-A4CB97CADAF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15400" y="5560219"/>
            <a:ext cx="381000" cy="195263"/>
          </a:xfrm>
          <a:prstGeom prst="rect">
            <a:avLst/>
          </a:prstGeom>
        </p:spPr>
      </p:pic>
      <p:sp>
        <p:nvSpPr>
          <p:cNvPr id="32" name="SK-13-text-31">
            <a:extLst>
              <a:ext uri="{FF2B5EF4-FFF2-40B4-BE49-F238E27FC236}">
                <a16:creationId xmlns:a16="http://schemas.microsoft.com/office/drawing/2014/main" id="{8392FDE7-B25A-E0BC-48EC-64E789CCD59D}"/>
              </a:ext>
            </a:extLst>
          </p:cNvPr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3" name="SK-13-text-32">
            <a:extLst>
              <a:ext uri="{FF2B5EF4-FFF2-40B4-BE49-F238E27FC236}">
                <a16:creationId xmlns:a16="http://schemas.microsoft.com/office/drawing/2014/main" id="{7AAB62D6-1B7C-B5BB-8A1D-BB1BD8B3D7E0}"/>
              </a:ext>
            </a:extLst>
          </p:cNvPr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B-2. Performance Domain 분석: 이해관계자(2.5) 및 리스크(2.7)</a:t>
            </a:r>
            <a:endParaRPr lang="en-US" sz="2550" dirty="0"/>
          </a:p>
        </p:txBody>
      </p:sp>
      <p:sp>
        <p:nvSpPr>
          <p:cNvPr id="34" name="SK-13-text-33">
            <a:extLst>
              <a:ext uri="{FF2B5EF4-FFF2-40B4-BE49-F238E27FC236}">
                <a16:creationId xmlns:a16="http://schemas.microsoft.com/office/drawing/2014/main" id="{A1ACC323-456C-C167-E263-81AD53106AAE}"/>
              </a:ext>
            </a:extLst>
          </p:cNvPr>
          <p:cNvSpPr/>
          <p:nvPr/>
        </p:nvSpPr>
        <p:spPr>
          <a:xfrm>
            <a:off x="1162050" y="1695450"/>
            <a:ext cx="51244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이해관계자 관리 (Stakeholder)</a:t>
            </a:r>
            <a:endParaRPr lang="en-US" sz="1500" dirty="0"/>
          </a:p>
        </p:txBody>
      </p:sp>
      <p:sp>
        <p:nvSpPr>
          <p:cNvPr id="35" name="SK-13-text-34">
            <a:extLst>
              <a:ext uri="{FF2B5EF4-FFF2-40B4-BE49-F238E27FC236}">
                <a16:creationId xmlns:a16="http://schemas.microsoft.com/office/drawing/2014/main" id="{C0814746-23CC-7B0B-82FC-CEAFFC56CFD1}"/>
              </a:ext>
            </a:extLst>
          </p:cNvPr>
          <p:cNvSpPr/>
          <p:nvPr/>
        </p:nvSpPr>
        <p:spPr>
          <a:xfrm>
            <a:off x="4629150" y="1714500"/>
            <a:ext cx="2120939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CRITICALLY FAILED</a:t>
            </a:r>
            <a:endParaRPr lang="en-US" sz="900" dirty="0"/>
          </a:p>
        </p:txBody>
      </p:sp>
      <p:sp>
        <p:nvSpPr>
          <p:cNvPr id="36" name="SK-13-text-35">
            <a:extLst>
              <a:ext uri="{FF2B5EF4-FFF2-40B4-BE49-F238E27FC236}">
                <a16:creationId xmlns:a16="http://schemas.microsoft.com/office/drawing/2014/main" id="{1AFE2333-A089-D2B6-88D6-F541A1C4D07D}"/>
              </a:ext>
            </a:extLst>
          </p:cNvPr>
          <p:cNvSpPr/>
          <p:nvPr/>
        </p:nvSpPr>
        <p:spPr>
          <a:xfrm>
            <a:off x="895350" y="2247900"/>
            <a:ext cx="4221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리전 소통 단절 및 의사결정 불일치</a:t>
            </a:r>
            <a:endParaRPr lang="en-US" sz="1200" dirty="0"/>
          </a:p>
        </p:txBody>
      </p:sp>
      <p:sp>
        <p:nvSpPr>
          <p:cNvPr id="37" name="SK-13-text-36">
            <a:extLst>
              <a:ext uri="{FF2B5EF4-FFF2-40B4-BE49-F238E27FC236}">
                <a16:creationId xmlns:a16="http://schemas.microsoft.com/office/drawing/2014/main" id="{60A953FE-CCC6-8725-5773-F82B8AEC869F}"/>
              </a:ext>
            </a:extLst>
          </p:cNvPr>
          <p:cNvSpPr/>
          <p:nvPr/>
        </p:nvSpPr>
        <p:spPr>
          <a:xfrm>
            <a:off x="3714750" y="2264569"/>
            <a:ext cx="1308354" cy="1952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9CA3AF"/>
                </a:solidFill>
              </a:rPr>
              <a:t>DEC-04~11</a:t>
            </a:r>
            <a:endParaRPr lang="en-US" sz="825" dirty="0"/>
          </a:p>
        </p:txBody>
      </p:sp>
      <p:sp>
        <p:nvSpPr>
          <p:cNvPr id="38" name="SK-13-text-37">
            <a:extLst>
              <a:ext uri="{FF2B5EF4-FFF2-40B4-BE49-F238E27FC236}">
                <a16:creationId xmlns:a16="http://schemas.microsoft.com/office/drawing/2014/main" id="{4A798CC6-D4CE-AA13-99D1-65837A540141}"/>
              </a:ext>
            </a:extLst>
          </p:cNvPr>
          <p:cNvSpPr/>
          <p:nvPr/>
        </p:nvSpPr>
        <p:spPr>
          <a:xfrm>
            <a:off x="895350" y="2514600"/>
            <a:ext cx="48958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한국·미국·인도 리전별 기록 상이로 인한 의사결정 불일치 5건 발생. 결과적으로 2.3MM의 중복 개발 비용 낭비 초래.</a:t>
            </a:r>
            <a:endParaRPr lang="en-US" sz="1050" dirty="0"/>
          </a:p>
        </p:txBody>
      </p:sp>
      <p:sp>
        <p:nvSpPr>
          <p:cNvPr id="39" name="SK-13-text-38">
            <a:extLst>
              <a:ext uri="{FF2B5EF4-FFF2-40B4-BE49-F238E27FC236}">
                <a16:creationId xmlns:a16="http://schemas.microsoft.com/office/drawing/2014/main" id="{ABB44591-3826-33F5-D3E1-48048C7CA711}"/>
              </a:ext>
            </a:extLst>
          </p:cNvPr>
          <p:cNvSpPr/>
          <p:nvPr/>
        </p:nvSpPr>
        <p:spPr>
          <a:xfrm>
            <a:off x="895350" y="3028950"/>
            <a:ext cx="48310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이해관계자(Daniel Suh) 신호 차단</a:t>
            </a:r>
            <a:endParaRPr lang="en-US" sz="1200" dirty="0"/>
          </a:p>
        </p:txBody>
      </p:sp>
      <p:sp>
        <p:nvSpPr>
          <p:cNvPr id="40" name="SK-13-text-39">
            <a:extLst>
              <a:ext uri="{FF2B5EF4-FFF2-40B4-BE49-F238E27FC236}">
                <a16:creationId xmlns:a16="http://schemas.microsoft.com/office/drawing/2014/main" id="{F9923D3C-8110-1E03-5EAF-4C5D4373040A}"/>
              </a:ext>
            </a:extLst>
          </p:cNvPr>
          <p:cNvSpPr/>
          <p:nvPr/>
        </p:nvSpPr>
        <p:spPr>
          <a:xfrm>
            <a:off x="3781425" y="3045619"/>
            <a:ext cx="545592" cy="1952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9CA3AF"/>
                </a:solidFill>
              </a:rPr>
              <a:t>E-03</a:t>
            </a:r>
            <a:endParaRPr lang="en-US" sz="825" dirty="0"/>
          </a:p>
        </p:txBody>
      </p:sp>
      <p:sp>
        <p:nvSpPr>
          <p:cNvPr id="41" name="SK-13-text-40">
            <a:extLst>
              <a:ext uri="{FF2B5EF4-FFF2-40B4-BE49-F238E27FC236}">
                <a16:creationId xmlns:a16="http://schemas.microsoft.com/office/drawing/2014/main" id="{5F27AF50-8797-C434-0F55-EDD82A1DFDCA}"/>
              </a:ext>
            </a:extLst>
          </p:cNvPr>
          <p:cNvSpPr/>
          <p:nvPr/>
        </p:nvSpPr>
        <p:spPr>
          <a:xfrm>
            <a:off x="895350" y="3295650"/>
            <a:ext cx="48958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8/10, 8/17, 8/21 발송된 3차례의 전략적 우려 메일에 대해 PM의 회신 기록 전무. 고객 가치 관련 조기 경고 무시.</a:t>
            </a:r>
            <a:endParaRPr lang="en-US" sz="1050" dirty="0"/>
          </a:p>
        </p:txBody>
      </p:sp>
      <p:sp>
        <p:nvSpPr>
          <p:cNvPr id="42" name="SK-13-text-41">
            <a:extLst>
              <a:ext uri="{FF2B5EF4-FFF2-40B4-BE49-F238E27FC236}">
                <a16:creationId xmlns:a16="http://schemas.microsoft.com/office/drawing/2014/main" id="{B9F101AF-FA9F-06C6-D595-162655B4C18B}"/>
              </a:ext>
            </a:extLst>
          </p:cNvPr>
          <p:cNvSpPr/>
          <p:nvPr/>
        </p:nvSpPr>
        <p:spPr>
          <a:xfrm>
            <a:off x="895350" y="3810000"/>
            <a:ext cx="40995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공유 체계(RACI)의 구조적 결함</a:t>
            </a:r>
            <a:endParaRPr lang="en-US" sz="1200" dirty="0"/>
          </a:p>
        </p:txBody>
      </p:sp>
      <p:sp>
        <p:nvSpPr>
          <p:cNvPr id="43" name="SK-13-text-42">
            <a:extLst>
              <a:ext uri="{FF2B5EF4-FFF2-40B4-BE49-F238E27FC236}">
                <a16:creationId xmlns:a16="http://schemas.microsoft.com/office/drawing/2014/main" id="{66D16B18-4EAF-7F01-863D-81FDC936D896}"/>
              </a:ext>
            </a:extLst>
          </p:cNvPr>
          <p:cNvSpPr/>
          <p:nvPr/>
        </p:nvSpPr>
        <p:spPr>
          <a:xfrm>
            <a:off x="3552825" y="3826669"/>
            <a:ext cx="1417791" cy="1952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9CA3AF"/>
                </a:solidFill>
              </a:rPr>
              <a:t>16_org_raci</a:t>
            </a:r>
            <a:endParaRPr lang="en-US" sz="825" dirty="0"/>
          </a:p>
        </p:txBody>
      </p:sp>
      <p:sp>
        <p:nvSpPr>
          <p:cNvPr id="44" name="SK-13-text-43">
            <a:extLst>
              <a:ext uri="{FF2B5EF4-FFF2-40B4-BE49-F238E27FC236}">
                <a16:creationId xmlns:a16="http://schemas.microsoft.com/office/drawing/2014/main" id="{72511849-C25E-2FA0-2262-28169900E698}"/>
              </a:ext>
            </a:extLst>
          </p:cNvPr>
          <p:cNvSpPr/>
          <p:nvPr/>
        </p:nvSpPr>
        <p:spPr>
          <a:xfrm>
            <a:off x="895350" y="4076700"/>
            <a:ext cx="48958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텔레메트리 정보 공유(Informed) 대상에서 PM, PO, 스폰서가 누락됨. 현장의 위기 상황이 의사결정권자에게 전달되지 않음.</a:t>
            </a:r>
            <a:endParaRPr lang="en-US" sz="1050" dirty="0"/>
          </a:p>
        </p:txBody>
      </p:sp>
      <p:sp>
        <p:nvSpPr>
          <p:cNvPr id="45" name="SK-13-text-44">
            <a:extLst>
              <a:ext uri="{FF2B5EF4-FFF2-40B4-BE49-F238E27FC236}">
                <a16:creationId xmlns:a16="http://schemas.microsoft.com/office/drawing/2014/main" id="{C300A77F-596A-628D-F975-A1BD95801541}"/>
              </a:ext>
            </a:extLst>
          </p:cNvPr>
          <p:cNvSpPr/>
          <p:nvPr/>
        </p:nvSpPr>
        <p:spPr>
          <a:xfrm>
            <a:off x="895350" y="4591050"/>
            <a:ext cx="3185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스폰서의 비공식 변경 지시 방치</a:t>
            </a:r>
            <a:endParaRPr lang="en-US" sz="1200" dirty="0"/>
          </a:p>
        </p:txBody>
      </p:sp>
      <p:sp>
        <p:nvSpPr>
          <p:cNvPr id="46" name="SK-13-text-45">
            <a:extLst>
              <a:ext uri="{FF2B5EF4-FFF2-40B4-BE49-F238E27FC236}">
                <a16:creationId xmlns:a16="http://schemas.microsoft.com/office/drawing/2014/main" id="{3710B36E-2261-18E5-A3E0-D1B6F0D71187}"/>
              </a:ext>
            </a:extLst>
          </p:cNvPr>
          <p:cNvSpPr/>
          <p:nvPr/>
        </p:nvSpPr>
        <p:spPr>
          <a:xfrm>
            <a:off x="3238500" y="4607719"/>
            <a:ext cx="545592" cy="1952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9CA3AF"/>
                </a:solidFill>
              </a:rPr>
              <a:t>M-06</a:t>
            </a:r>
            <a:endParaRPr lang="en-US" sz="825" dirty="0"/>
          </a:p>
        </p:txBody>
      </p:sp>
      <p:sp>
        <p:nvSpPr>
          <p:cNvPr id="47" name="SK-13-text-46">
            <a:extLst>
              <a:ext uri="{FF2B5EF4-FFF2-40B4-BE49-F238E27FC236}">
                <a16:creationId xmlns:a16="http://schemas.microsoft.com/office/drawing/2014/main" id="{BA06D583-58C0-0446-6C9F-E6F86C1BA958}"/>
              </a:ext>
            </a:extLst>
          </p:cNvPr>
          <p:cNvSpPr/>
          <p:nvPr/>
        </p:nvSpPr>
        <p:spPr>
          <a:xfrm>
            <a:off x="895350" y="4857750"/>
            <a:ext cx="48958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"큰 것도 아닌데 그냥 넣읍시다" 식의 비공식 변경을 정식 CR 등록 없이 수용하여 변경 통제 거버넌스 붕괴.</a:t>
            </a:r>
            <a:endParaRPr lang="en-US" sz="1050" dirty="0"/>
          </a:p>
        </p:txBody>
      </p:sp>
      <p:sp>
        <p:nvSpPr>
          <p:cNvPr id="48" name="SK-13-text-47">
            <a:extLst>
              <a:ext uri="{FF2B5EF4-FFF2-40B4-BE49-F238E27FC236}">
                <a16:creationId xmlns:a16="http://schemas.microsoft.com/office/drawing/2014/main" id="{27507132-17FE-4E90-82EE-76836E1E62C2}"/>
              </a:ext>
            </a:extLst>
          </p:cNvPr>
          <p:cNvSpPr/>
          <p:nvPr/>
        </p:nvSpPr>
        <p:spPr>
          <a:xfrm>
            <a:off x="6800850" y="1695450"/>
            <a:ext cx="33718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관리 (Risk)</a:t>
            </a:r>
            <a:endParaRPr lang="en-US" sz="1500" dirty="0"/>
          </a:p>
        </p:txBody>
      </p:sp>
      <p:sp>
        <p:nvSpPr>
          <p:cNvPr id="49" name="SK-13-text-48">
            <a:extLst>
              <a:ext uri="{FF2B5EF4-FFF2-40B4-BE49-F238E27FC236}">
                <a16:creationId xmlns:a16="http://schemas.microsoft.com/office/drawing/2014/main" id="{4828E66B-3D92-A511-0639-AF5FD199C447}"/>
              </a:ext>
            </a:extLst>
          </p:cNvPr>
          <p:cNvSpPr/>
          <p:nvPr/>
        </p:nvSpPr>
        <p:spPr>
          <a:xfrm>
            <a:off x="10267950" y="1714500"/>
            <a:ext cx="192405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CRITICALLY FAILED</a:t>
            </a:r>
            <a:endParaRPr lang="en-US" sz="900" dirty="0"/>
          </a:p>
        </p:txBody>
      </p:sp>
      <p:sp>
        <p:nvSpPr>
          <p:cNvPr id="50" name="SK-13-text-49">
            <a:extLst>
              <a:ext uri="{FF2B5EF4-FFF2-40B4-BE49-F238E27FC236}">
                <a16:creationId xmlns:a16="http://schemas.microsoft.com/office/drawing/2014/main" id="{7E753905-21D9-E2E0-2B25-CF0DBEDCF014}"/>
              </a:ext>
            </a:extLst>
          </p:cNvPr>
          <p:cNvSpPr/>
          <p:nvPr/>
        </p:nvSpPr>
        <p:spPr>
          <a:xfrm>
            <a:off x="6457950" y="2362200"/>
            <a:ext cx="8001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EF4444"/>
                </a:solidFill>
              </a:rPr>
              <a:t>137일</a:t>
            </a:r>
            <a:endParaRPr lang="en-US" sz="1800" dirty="0"/>
          </a:p>
        </p:txBody>
      </p:sp>
      <p:sp>
        <p:nvSpPr>
          <p:cNvPr id="51" name="SK-13-text-50">
            <a:extLst>
              <a:ext uri="{FF2B5EF4-FFF2-40B4-BE49-F238E27FC236}">
                <a16:creationId xmlns:a16="http://schemas.microsoft.com/office/drawing/2014/main" id="{FC63001E-AD66-435A-8372-E92F2F892DD6}"/>
              </a:ext>
            </a:extLst>
          </p:cNvPr>
          <p:cNvSpPr/>
          <p:nvPr/>
        </p:nvSpPr>
        <p:spPr>
          <a:xfrm>
            <a:off x="6477000" y="2771775"/>
            <a:ext cx="762000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38"/>
              </a:lnSpc>
              <a:buNone/>
            </a:pPr>
            <a:r>
              <a:rPr lang="en-US" sz="8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갱신 중단 기간</a:t>
            </a:r>
            <a:endParaRPr lang="en-US" sz="825" dirty="0"/>
          </a:p>
        </p:txBody>
      </p:sp>
      <p:sp>
        <p:nvSpPr>
          <p:cNvPr id="52" name="SK-13-text-51">
            <a:extLst>
              <a:ext uri="{FF2B5EF4-FFF2-40B4-BE49-F238E27FC236}">
                <a16:creationId xmlns:a16="http://schemas.microsoft.com/office/drawing/2014/main" id="{9814286C-FB2F-83FE-9E63-9795E129CB52}"/>
              </a:ext>
            </a:extLst>
          </p:cNvPr>
          <p:cNvSpPr/>
          <p:nvPr/>
        </p:nvSpPr>
        <p:spPr>
          <a:xfrm>
            <a:off x="7505700" y="2447925"/>
            <a:ext cx="2790825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대장 최종 갱신일: 2026-04-11</a:t>
            </a:r>
            <a:endParaRPr lang="en-US" sz="1050" dirty="0"/>
          </a:p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후반부 4개월간 리스크 관리 기능 마비</a:t>
            </a:r>
            <a:endParaRPr lang="en-US" sz="1050" dirty="0"/>
          </a:p>
        </p:txBody>
      </p:sp>
      <p:sp>
        <p:nvSpPr>
          <p:cNvPr id="53" name="SK-13-text-52">
            <a:extLst>
              <a:ext uri="{FF2B5EF4-FFF2-40B4-BE49-F238E27FC236}">
                <a16:creationId xmlns:a16="http://schemas.microsoft.com/office/drawing/2014/main" id="{2DC8F196-9978-9AB3-C1A3-45614EACCF6C}"/>
              </a:ext>
            </a:extLst>
          </p:cNvPr>
          <p:cNvSpPr/>
          <p:nvPr/>
        </p:nvSpPr>
        <p:spPr>
          <a:xfrm>
            <a:off x="6534150" y="3200400"/>
            <a:ext cx="3185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등급의 임의적 하향 조정</a:t>
            </a:r>
            <a:endParaRPr lang="en-US" sz="1200" dirty="0"/>
          </a:p>
        </p:txBody>
      </p:sp>
      <p:sp>
        <p:nvSpPr>
          <p:cNvPr id="54" name="SK-13-text-53">
            <a:extLst>
              <a:ext uri="{FF2B5EF4-FFF2-40B4-BE49-F238E27FC236}">
                <a16:creationId xmlns:a16="http://schemas.microsoft.com/office/drawing/2014/main" id="{1C24EF3E-6F82-F697-E4E5-FE5223373D33}"/>
              </a:ext>
            </a:extLst>
          </p:cNvPr>
          <p:cNvSpPr/>
          <p:nvPr/>
        </p:nvSpPr>
        <p:spPr>
          <a:xfrm>
            <a:off x="8877300" y="3217069"/>
            <a:ext cx="545592" cy="1952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9CA3AF"/>
                </a:solidFill>
              </a:rPr>
              <a:t>M-02</a:t>
            </a:r>
            <a:endParaRPr lang="en-US" sz="825" dirty="0"/>
          </a:p>
        </p:txBody>
      </p:sp>
      <p:sp>
        <p:nvSpPr>
          <p:cNvPr id="55" name="SK-13-text-54">
            <a:extLst>
              <a:ext uri="{FF2B5EF4-FFF2-40B4-BE49-F238E27FC236}">
                <a16:creationId xmlns:a16="http://schemas.microsoft.com/office/drawing/2014/main" id="{C20B8616-A44A-20CF-466E-271DEAD8C227}"/>
              </a:ext>
            </a:extLst>
          </p:cNvPr>
          <p:cNvSpPr/>
          <p:nvPr/>
        </p:nvSpPr>
        <p:spPr>
          <a:xfrm>
            <a:off x="6534150" y="3467100"/>
            <a:ext cx="48958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리스크 3건을 근거 없이 Medium으로 하향. "근거는 나중에 정리하자"며 보고상 지표 유지(SC-05)에만 집중.</a:t>
            </a:r>
            <a:endParaRPr lang="en-US" sz="1050" dirty="0"/>
          </a:p>
        </p:txBody>
      </p:sp>
      <p:sp>
        <p:nvSpPr>
          <p:cNvPr id="56" name="SK-13-text-55">
            <a:extLst>
              <a:ext uri="{FF2B5EF4-FFF2-40B4-BE49-F238E27FC236}">
                <a16:creationId xmlns:a16="http://schemas.microsoft.com/office/drawing/2014/main" id="{CAD022FE-D0AB-4A4F-5C3B-172C130C6A04}"/>
              </a:ext>
            </a:extLst>
          </p:cNvPr>
          <p:cNvSpPr/>
          <p:nvPr/>
        </p:nvSpPr>
        <p:spPr>
          <a:xfrm>
            <a:off x="6534150" y="3981450"/>
            <a:ext cx="4465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환경 리스크(Helion EOL) 방치</a:t>
            </a:r>
            <a:endParaRPr lang="en-US" sz="1200" dirty="0"/>
          </a:p>
        </p:txBody>
      </p:sp>
      <p:sp>
        <p:nvSpPr>
          <p:cNvPr id="57" name="SK-13-text-56">
            <a:extLst>
              <a:ext uri="{FF2B5EF4-FFF2-40B4-BE49-F238E27FC236}">
                <a16:creationId xmlns:a16="http://schemas.microsoft.com/office/drawing/2014/main" id="{E1525A41-E651-1A9B-7280-54D36F573AD4}"/>
              </a:ext>
            </a:extLst>
          </p:cNvPr>
          <p:cNvSpPr/>
          <p:nvPr/>
        </p:nvSpPr>
        <p:spPr>
          <a:xfrm>
            <a:off x="9144000" y="3998119"/>
            <a:ext cx="545592" cy="1952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9CA3AF"/>
                </a:solidFill>
              </a:rPr>
              <a:t>E-02</a:t>
            </a:r>
            <a:endParaRPr lang="en-US" sz="825" dirty="0"/>
          </a:p>
        </p:txBody>
      </p:sp>
      <p:sp>
        <p:nvSpPr>
          <p:cNvPr id="58" name="SK-13-text-57">
            <a:extLst>
              <a:ext uri="{FF2B5EF4-FFF2-40B4-BE49-F238E27FC236}">
                <a16:creationId xmlns:a16="http://schemas.microsoft.com/office/drawing/2014/main" id="{D47781A5-F819-B4FB-721E-C82819A827E9}"/>
              </a:ext>
            </a:extLst>
          </p:cNvPr>
          <p:cNvSpPr/>
          <p:nvPr/>
        </p:nvSpPr>
        <p:spPr>
          <a:xfrm>
            <a:off x="6534150" y="4248150"/>
            <a:ext cx="48958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7/28 수신된 Helion v3 EOL 정보 미등록. 배포일과 EOL이 겹치는 치명적 상황임에도 대응 계획 수립 전무.</a:t>
            </a:r>
            <a:endParaRPr lang="en-US" sz="1050" dirty="0"/>
          </a:p>
        </p:txBody>
      </p:sp>
      <p:sp>
        <p:nvSpPr>
          <p:cNvPr id="59" name="SK-13-text-58">
            <a:extLst>
              <a:ext uri="{FF2B5EF4-FFF2-40B4-BE49-F238E27FC236}">
                <a16:creationId xmlns:a16="http://schemas.microsoft.com/office/drawing/2014/main" id="{EA1448C5-B920-136A-F604-57BAD5FC5E5A}"/>
              </a:ext>
            </a:extLst>
          </p:cNvPr>
          <p:cNvSpPr/>
          <p:nvPr/>
        </p:nvSpPr>
        <p:spPr>
          <a:xfrm>
            <a:off x="6534150" y="4762500"/>
            <a:ext cx="4282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계획(Mitigation) 수립 부재</a:t>
            </a:r>
            <a:endParaRPr lang="en-US" sz="1200" dirty="0"/>
          </a:p>
        </p:txBody>
      </p:sp>
      <p:sp>
        <p:nvSpPr>
          <p:cNvPr id="60" name="SK-13-text-59">
            <a:extLst>
              <a:ext uri="{FF2B5EF4-FFF2-40B4-BE49-F238E27FC236}">
                <a16:creationId xmlns:a16="http://schemas.microsoft.com/office/drawing/2014/main" id="{DE5EE9D4-1214-87AB-4296-56F203FE54C9}"/>
              </a:ext>
            </a:extLst>
          </p:cNvPr>
          <p:cNvSpPr/>
          <p:nvPr/>
        </p:nvSpPr>
        <p:spPr>
          <a:xfrm>
            <a:off x="8934450" y="4779169"/>
            <a:ext cx="2044618" cy="1952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9CA3AF"/>
                </a:solidFill>
              </a:rPr>
              <a:t>11_risk_register</a:t>
            </a:r>
            <a:endParaRPr lang="en-US" sz="825" dirty="0"/>
          </a:p>
        </p:txBody>
      </p:sp>
      <p:sp>
        <p:nvSpPr>
          <p:cNvPr id="61" name="SK-13-text-60">
            <a:extLst>
              <a:ext uri="{FF2B5EF4-FFF2-40B4-BE49-F238E27FC236}">
                <a16:creationId xmlns:a16="http://schemas.microsoft.com/office/drawing/2014/main" id="{9F61071C-A5E2-2B9F-08A3-6C9B159C02BE}"/>
              </a:ext>
            </a:extLst>
          </p:cNvPr>
          <p:cNvSpPr/>
          <p:nvPr/>
        </p:nvSpPr>
        <p:spPr>
          <a:xfrm>
            <a:off x="6534150" y="5029200"/>
            <a:ext cx="48958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등록된 리스크(RSK-01~03)조차 대응 계획란이 공란으로 방치됨. 식별만 하고 관리는 하지 않는 형식적 행정.</a:t>
            </a:r>
            <a:endParaRPr lang="en-US" sz="1050" dirty="0"/>
          </a:p>
        </p:txBody>
      </p:sp>
      <p:sp>
        <p:nvSpPr>
          <p:cNvPr id="62" name="SK-13-text-61">
            <a:extLst>
              <a:ext uri="{FF2B5EF4-FFF2-40B4-BE49-F238E27FC236}">
                <a16:creationId xmlns:a16="http://schemas.microsoft.com/office/drawing/2014/main" id="{D1CB4918-65EB-1650-8A8D-6BCB9FB90C9A}"/>
              </a:ext>
            </a:extLst>
          </p:cNvPr>
          <p:cNvSpPr/>
          <p:nvPr/>
        </p:nvSpPr>
        <p:spPr>
          <a:xfrm>
            <a:off x="6534150" y="5543550"/>
            <a:ext cx="36728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G3 조건부 통과 리스크 추적 실패</a:t>
            </a:r>
            <a:endParaRPr lang="en-US" sz="1200" dirty="0"/>
          </a:p>
        </p:txBody>
      </p:sp>
      <p:sp>
        <p:nvSpPr>
          <p:cNvPr id="63" name="SK-13-text-62">
            <a:extLst>
              <a:ext uri="{FF2B5EF4-FFF2-40B4-BE49-F238E27FC236}">
                <a16:creationId xmlns:a16="http://schemas.microsoft.com/office/drawing/2014/main" id="{3603FC85-BFB1-3139-0758-4BA7ADE43F79}"/>
              </a:ext>
            </a:extLst>
          </p:cNvPr>
          <p:cNvSpPr/>
          <p:nvPr/>
        </p:nvSpPr>
        <p:spPr>
          <a:xfrm>
            <a:off x="8972550" y="5560219"/>
            <a:ext cx="545592" cy="1952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9CA3AF"/>
                </a:solidFill>
              </a:rPr>
              <a:t>M-02</a:t>
            </a:r>
            <a:endParaRPr lang="en-US" sz="825" dirty="0"/>
          </a:p>
        </p:txBody>
      </p:sp>
      <p:sp>
        <p:nvSpPr>
          <p:cNvPr id="64" name="SK-13-text-63">
            <a:extLst>
              <a:ext uri="{FF2B5EF4-FFF2-40B4-BE49-F238E27FC236}">
                <a16:creationId xmlns:a16="http://schemas.microsoft.com/office/drawing/2014/main" id="{FDC3F6BF-4621-B712-8738-6DFE9B269343}"/>
              </a:ext>
            </a:extLst>
          </p:cNvPr>
          <p:cNvSpPr/>
          <p:nvPr/>
        </p:nvSpPr>
        <p:spPr>
          <a:xfrm>
            <a:off x="6534150" y="5810250"/>
            <a:ext cx="48958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게이트 통과 조건인 3건의 리스크 해소 여부 미추적. 특히 엣지캐시는 메신저상에서 임의로 무효화됨.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223404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4-img-1" descr="preencoded.png">
            <a:extLst>
              <a:ext uri="{FF2B5EF4-FFF2-40B4-BE49-F238E27FC236}">
                <a16:creationId xmlns:a16="http://schemas.microsoft.com/office/drawing/2014/main" id="{FE512DA5-11BC-7F95-A228-F4A717638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4-img-2" descr="preencoded.png">
            <a:extLst>
              <a:ext uri="{FF2B5EF4-FFF2-40B4-BE49-F238E27FC236}">
                <a16:creationId xmlns:a16="http://schemas.microsoft.com/office/drawing/2014/main" id="{A6EEB5E7-D2F5-2EAD-BA0B-8AD651971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4-img-3" descr="preencoded.png">
            <a:extLst>
              <a:ext uri="{FF2B5EF4-FFF2-40B4-BE49-F238E27FC236}">
                <a16:creationId xmlns:a16="http://schemas.microsoft.com/office/drawing/2014/main" id="{D33170BE-5CB3-508A-4179-52575B57E8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2122289" cy="276225"/>
          </a:xfrm>
          <a:prstGeom prst="rect">
            <a:avLst/>
          </a:prstGeom>
        </p:spPr>
      </p:pic>
      <p:pic>
        <p:nvPicPr>
          <p:cNvPr id="5" name="SK-14-img-4" descr="preencoded.png">
            <a:extLst>
              <a:ext uri="{FF2B5EF4-FFF2-40B4-BE49-F238E27FC236}">
                <a16:creationId xmlns:a16="http://schemas.microsoft.com/office/drawing/2014/main" id="{CDADEE48-349C-5C1E-9D06-0B713F54CC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381000"/>
            <a:ext cx="8812411" cy="9525"/>
          </a:xfrm>
          <a:prstGeom prst="rect">
            <a:avLst/>
          </a:prstGeom>
        </p:spPr>
      </p:pic>
      <p:pic>
        <p:nvPicPr>
          <p:cNvPr id="6" name="SK-14-img-5" descr="preencoded.png">
            <a:extLst>
              <a:ext uri="{FF2B5EF4-FFF2-40B4-BE49-F238E27FC236}">
                <a16:creationId xmlns:a16="http://schemas.microsoft.com/office/drawing/2014/main" id="{2645A062-1EA5-8661-E7C6-C810A5FD45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28725"/>
            <a:ext cx="5410200" cy="2228850"/>
          </a:xfrm>
          <a:prstGeom prst="rect">
            <a:avLst/>
          </a:prstGeom>
        </p:spPr>
      </p:pic>
      <p:pic>
        <p:nvPicPr>
          <p:cNvPr id="7" name="SK-14-img-6" descr="preencoded.png">
            <a:extLst>
              <a:ext uri="{FF2B5EF4-FFF2-40B4-BE49-F238E27FC236}">
                <a16:creationId xmlns:a16="http://schemas.microsoft.com/office/drawing/2014/main" id="{B983ACFC-B5B9-0034-8E47-DE7477C1C6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381125"/>
            <a:ext cx="5029200" cy="381000"/>
          </a:xfrm>
          <a:prstGeom prst="rect">
            <a:avLst/>
          </a:prstGeom>
        </p:spPr>
      </p:pic>
      <p:pic>
        <p:nvPicPr>
          <p:cNvPr id="8" name="SK-14-img-7" descr="preencoded.png">
            <a:extLst>
              <a:ext uri="{FF2B5EF4-FFF2-40B4-BE49-F238E27FC236}">
                <a16:creationId xmlns:a16="http://schemas.microsoft.com/office/drawing/2014/main" id="{3E7203D6-65F1-9AD9-CA7C-565AD8B492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409700"/>
            <a:ext cx="285750" cy="228600"/>
          </a:xfrm>
          <a:prstGeom prst="rect">
            <a:avLst/>
          </a:prstGeom>
        </p:spPr>
      </p:pic>
      <p:pic>
        <p:nvPicPr>
          <p:cNvPr id="9" name="SK-14-img-8" descr="preencoded.png">
            <a:extLst>
              <a:ext uri="{FF2B5EF4-FFF2-40B4-BE49-F238E27FC236}">
                <a16:creationId xmlns:a16="http://schemas.microsoft.com/office/drawing/2014/main" id="{80B89FDC-DE75-4700-F3F5-A1FF1AF2B0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885950"/>
            <a:ext cx="2457450" cy="661988"/>
          </a:xfrm>
          <a:prstGeom prst="rect">
            <a:avLst/>
          </a:prstGeom>
        </p:spPr>
      </p:pic>
      <p:pic>
        <p:nvPicPr>
          <p:cNvPr id="10" name="SK-14-img-9" descr="preencoded.png">
            <a:extLst>
              <a:ext uri="{FF2B5EF4-FFF2-40B4-BE49-F238E27FC236}">
                <a16:creationId xmlns:a16="http://schemas.microsoft.com/office/drawing/2014/main" id="{8CD30F37-93FB-4F4A-595D-03B68C5546F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3750" y="1885950"/>
            <a:ext cx="2457450" cy="661988"/>
          </a:xfrm>
          <a:prstGeom prst="rect">
            <a:avLst/>
          </a:prstGeom>
        </p:spPr>
      </p:pic>
      <p:pic>
        <p:nvPicPr>
          <p:cNvPr id="11" name="SK-14-img-10" descr="preencoded.png">
            <a:extLst>
              <a:ext uri="{FF2B5EF4-FFF2-40B4-BE49-F238E27FC236}">
                <a16:creationId xmlns:a16="http://schemas.microsoft.com/office/drawing/2014/main" id="{063C0E22-D6CA-0A62-09E6-A6673E0D0A4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2643188"/>
            <a:ext cx="2457450" cy="661988"/>
          </a:xfrm>
          <a:prstGeom prst="rect">
            <a:avLst/>
          </a:prstGeom>
        </p:spPr>
      </p:pic>
      <p:pic>
        <p:nvPicPr>
          <p:cNvPr id="12" name="SK-14-img-11" descr="preencoded.png">
            <a:extLst>
              <a:ext uri="{FF2B5EF4-FFF2-40B4-BE49-F238E27FC236}">
                <a16:creationId xmlns:a16="http://schemas.microsoft.com/office/drawing/2014/main" id="{08AF3A24-0FE2-7F0C-641D-CB975EF56E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3750" y="2643188"/>
            <a:ext cx="2457450" cy="661988"/>
          </a:xfrm>
          <a:prstGeom prst="rect">
            <a:avLst/>
          </a:prstGeom>
        </p:spPr>
      </p:pic>
      <p:pic>
        <p:nvPicPr>
          <p:cNvPr id="13" name="SK-14-img-12" descr="preencoded.png">
            <a:extLst>
              <a:ext uri="{FF2B5EF4-FFF2-40B4-BE49-F238E27FC236}">
                <a16:creationId xmlns:a16="http://schemas.microsoft.com/office/drawing/2014/main" id="{741FBEEF-5FBF-1B01-01CF-45CA65F2599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3581400"/>
            <a:ext cx="5410200" cy="2228850"/>
          </a:xfrm>
          <a:prstGeom prst="rect">
            <a:avLst/>
          </a:prstGeom>
        </p:spPr>
      </p:pic>
      <p:pic>
        <p:nvPicPr>
          <p:cNvPr id="14" name="SK-14-img-13" descr="preencoded.png">
            <a:extLst>
              <a:ext uri="{FF2B5EF4-FFF2-40B4-BE49-F238E27FC236}">
                <a16:creationId xmlns:a16="http://schemas.microsoft.com/office/drawing/2014/main" id="{D766CD9F-13DF-C615-E6A7-446D4521E1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733800"/>
            <a:ext cx="5029200" cy="381000"/>
          </a:xfrm>
          <a:prstGeom prst="rect">
            <a:avLst/>
          </a:prstGeom>
        </p:spPr>
      </p:pic>
      <p:pic>
        <p:nvPicPr>
          <p:cNvPr id="15" name="SK-14-img-14" descr="preencoded.png">
            <a:extLst>
              <a:ext uri="{FF2B5EF4-FFF2-40B4-BE49-F238E27FC236}">
                <a16:creationId xmlns:a16="http://schemas.microsoft.com/office/drawing/2014/main" id="{5FD30069-DEA4-1AE5-348E-3CC8E8E7532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3762375"/>
            <a:ext cx="285750" cy="228600"/>
          </a:xfrm>
          <a:prstGeom prst="rect">
            <a:avLst/>
          </a:prstGeom>
        </p:spPr>
      </p:pic>
      <p:pic>
        <p:nvPicPr>
          <p:cNvPr id="16" name="SK-14-img-15" descr="preencoded.png">
            <a:extLst>
              <a:ext uri="{FF2B5EF4-FFF2-40B4-BE49-F238E27FC236}">
                <a16:creationId xmlns:a16="http://schemas.microsoft.com/office/drawing/2014/main" id="{11FBB92D-FDF0-012B-D2CD-5653AB40177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4238625"/>
            <a:ext cx="2457450" cy="661988"/>
          </a:xfrm>
          <a:prstGeom prst="rect">
            <a:avLst/>
          </a:prstGeom>
        </p:spPr>
      </p:pic>
      <p:pic>
        <p:nvPicPr>
          <p:cNvPr id="17" name="SK-14-img-16" descr="preencoded.png">
            <a:extLst>
              <a:ext uri="{FF2B5EF4-FFF2-40B4-BE49-F238E27FC236}">
                <a16:creationId xmlns:a16="http://schemas.microsoft.com/office/drawing/2014/main" id="{17760E76-37ED-782F-8B23-2C2D6B742D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3750" y="4238625"/>
            <a:ext cx="2457450" cy="661988"/>
          </a:xfrm>
          <a:prstGeom prst="rect">
            <a:avLst/>
          </a:prstGeom>
        </p:spPr>
      </p:pic>
      <p:pic>
        <p:nvPicPr>
          <p:cNvPr id="18" name="SK-14-img-17" descr="preencoded.png">
            <a:extLst>
              <a:ext uri="{FF2B5EF4-FFF2-40B4-BE49-F238E27FC236}">
                <a16:creationId xmlns:a16="http://schemas.microsoft.com/office/drawing/2014/main" id="{C3BBA9F2-2B86-39FE-A4F6-F13817C1173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4995863"/>
            <a:ext cx="2457450" cy="661988"/>
          </a:xfrm>
          <a:prstGeom prst="rect">
            <a:avLst/>
          </a:prstGeom>
        </p:spPr>
      </p:pic>
      <p:pic>
        <p:nvPicPr>
          <p:cNvPr id="19" name="SK-14-img-18" descr="preencoded.png">
            <a:extLst>
              <a:ext uri="{FF2B5EF4-FFF2-40B4-BE49-F238E27FC236}">
                <a16:creationId xmlns:a16="http://schemas.microsoft.com/office/drawing/2014/main" id="{726FCB5E-FD3C-342A-2EEA-CAE523A635E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3750" y="4995863"/>
            <a:ext cx="2457450" cy="661988"/>
          </a:xfrm>
          <a:prstGeom prst="rect">
            <a:avLst/>
          </a:prstGeom>
        </p:spPr>
      </p:pic>
      <p:pic>
        <p:nvPicPr>
          <p:cNvPr id="20" name="SK-14-img-19" descr="preencoded.png">
            <a:extLst>
              <a:ext uri="{FF2B5EF4-FFF2-40B4-BE49-F238E27FC236}">
                <a16:creationId xmlns:a16="http://schemas.microsoft.com/office/drawing/2014/main" id="{1783CBBF-5CE5-4E0E-B50C-CAE75AFC74F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1228725"/>
            <a:ext cx="5410200" cy="4581525"/>
          </a:xfrm>
          <a:prstGeom prst="rect">
            <a:avLst/>
          </a:prstGeom>
        </p:spPr>
      </p:pic>
      <p:pic>
        <p:nvPicPr>
          <p:cNvPr id="21" name="SK-14-img-20" descr="preencoded.png">
            <a:extLst>
              <a:ext uri="{FF2B5EF4-FFF2-40B4-BE49-F238E27FC236}">
                <a16:creationId xmlns:a16="http://schemas.microsoft.com/office/drawing/2014/main" id="{B920A0A5-529D-1D9C-C444-D9C75E62540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4600" y="1323975"/>
            <a:ext cx="2590800" cy="404813"/>
          </a:xfrm>
          <a:prstGeom prst="rect">
            <a:avLst/>
          </a:prstGeom>
        </p:spPr>
      </p:pic>
      <p:pic>
        <p:nvPicPr>
          <p:cNvPr id="22" name="SK-14-img-21" descr="preencoded.png">
            <a:extLst>
              <a:ext uri="{FF2B5EF4-FFF2-40B4-BE49-F238E27FC236}">
                <a16:creationId xmlns:a16="http://schemas.microsoft.com/office/drawing/2014/main" id="{9B62F10D-2462-164F-7660-317BF17F9AF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15400" y="1323975"/>
            <a:ext cx="2590800" cy="404813"/>
          </a:xfrm>
          <a:prstGeom prst="rect">
            <a:avLst/>
          </a:prstGeom>
        </p:spPr>
      </p:pic>
      <p:pic>
        <p:nvPicPr>
          <p:cNvPr id="23" name="SK-14-img-22" descr="preencoded.png">
            <a:extLst>
              <a:ext uri="{FF2B5EF4-FFF2-40B4-BE49-F238E27FC236}">
                <a16:creationId xmlns:a16="http://schemas.microsoft.com/office/drawing/2014/main" id="{C1E75F8C-F317-3077-9DBB-811436AAE80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1728788"/>
            <a:ext cx="2590800" cy="569416"/>
          </a:xfrm>
          <a:prstGeom prst="rect">
            <a:avLst/>
          </a:prstGeom>
        </p:spPr>
      </p:pic>
      <p:pic>
        <p:nvPicPr>
          <p:cNvPr id="24" name="SK-14-img-23" descr="preencoded.png">
            <a:extLst>
              <a:ext uri="{FF2B5EF4-FFF2-40B4-BE49-F238E27FC236}">
                <a16:creationId xmlns:a16="http://schemas.microsoft.com/office/drawing/2014/main" id="{5E93DB7A-F287-F784-B842-E124C374D47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15400" y="1728788"/>
            <a:ext cx="2590800" cy="569416"/>
          </a:xfrm>
          <a:prstGeom prst="rect">
            <a:avLst/>
          </a:prstGeom>
        </p:spPr>
      </p:pic>
      <p:pic>
        <p:nvPicPr>
          <p:cNvPr id="25" name="SK-14-img-24" descr="preencoded.png">
            <a:extLst>
              <a:ext uri="{FF2B5EF4-FFF2-40B4-BE49-F238E27FC236}">
                <a16:creationId xmlns:a16="http://schemas.microsoft.com/office/drawing/2014/main" id="{A0177AD7-DA33-97DF-4A0A-5D913A6001D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29700" y="1890415"/>
            <a:ext cx="1012031" cy="242888"/>
          </a:xfrm>
          <a:prstGeom prst="rect">
            <a:avLst/>
          </a:prstGeom>
        </p:spPr>
      </p:pic>
      <p:pic>
        <p:nvPicPr>
          <p:cNvPr id="26" name="SK-14-img-25" descr="preencoded.png">
            <a:extLst>
              <a:ext uri="{FF2B5EF4-FFF2-40B4-BE49-F238E27FC236}">
                <a16:creationId xmlns:a16="http://schemas.microsoft.com/office/drawing/2014/main" id="{3D269297-1992-DCAA-0F9F-4FB5EB98BF7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05900" y="1948904"/>
            <a:ext cx="154781" cy="125760"/>
          </a:xfrm>
          <a:prstGeom prst="rect">
            <a:avLst/>
          </a:prstGeom>
        </p:spPr>
      </p:pic>
      <p:pic>
        <p:nvPicPr>
          <p:cNvPr id="27" name="SK-14-img-26" descr="preencoded.png">
            <a:extLst>
              <a:ext uri="{FF2B5EF4-FFF2-40B4-BE49-F238E27FC236}">
                <a16:creationId xmlns:a16="http://schemas.microsoft.com/office/drawing/2014/main" id="{5479FA22-49E4-42BE-B8DF-57E5D2221AE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600" y="2298204"/>
            <a:ext cx="2590800" cy="569416"/>
          </a:xfrm>
          <a:prstGeom prst="rect">
            <a:avLst/>
          </a:prstGeom>
        </p:spPr>
      </p:pic>
      <p:pic>
        <p:nvPicPr>
          <p:cNvPr id="28" name="SK-14-img-27" descr="preencoded.png">
            <a:extLst>
              <a:ext uri="{FF2B5EF4-FFF2-40B4-BE49-F238E27FC236}">
                <a16:creationId xmlns:a16="http://schemas.microsoft.com/office/drawing/2014/main" id="{CC2B2AA0-407A-7EC9-5974-8A49C9731BC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15400" y="2298204"/>
            <a:ext cx="2590800" cy="569416"/>
          </a:xfrm>
          <a:prstGeom prst="rect">
            <a:avLst/>
          </a:prstGeom>
        </p:spPr>
      </p:pic>
      <p:pic>
        <p:nvPicPr>
          <p:cNvPr id="29" name="SK-14-img-28" descr="preencoded.png">
            <a:extLst>
              <a:ext uri="{FF2B5EF4-FFF2-40B4-BE49-F238E27FC236}">
                <a16:creationId xmlns:a16="http://schemas.microsoft.com/office/drawing/2014/main" id="{261135D2-259D-9511-29A0-7532746A00B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029700" y="2459831"/>
            <a:ext cx="1012031" cy="242888"/>
          </a:xfrm>
          <a:prstGeom prst="rect">
            <a:avLst/>
          </a:prstGeom>
        </p:spPr>
      </p:pic>
      <p:pic>
        <p:nvPicPr>
          <p:cNvPr id="30" name="SK-14-img-29" descr="preencoded.png">
            <a:extLst>
              <a:ext uri="{FF2B5EF4-FFF2-40B4-BE49-F238E27FC236}">
                <a16:creationId xmlns:a16="http://schemas.microsoft.com/office/drawing/2014/main" id="{139EE43B-F110-CC9E-97A4-75758C1EA29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05900" y="2518321"/>
            <a:ext cx="154781" cy="125760"/>
          </a:xfrm>
          <a:prstGeom prst="rect">
            <a:avLst/>
          </a:prstGeom>
        </p:spPr>
      </p:pic>
      <p:pic>
        <p:nvPicPr>
          <p:cNvPr id="31" name="SK-14-img-30" descr="preencoded.png">
            <a:extLst>
              <a:ext uri="{FF2B5EF4-FFF2-40B4-BE49-F238E27FC236}">
                <a16:creationId xmlns:a16="http://schemas.microsoft.com/office/drawing/2014/main" id="{DDC57E69-6391-81E7-5C9A-6F64BE2757D4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24600" y="2867620"/>
            <a:ext cx="2590800" cy="569416"/>
          </a:xfrm>
          <a:prstGeom prst="rect">
            <a:avLst/>
          </a:prstGeom>
        </p:spPr>
      </p:pic>
      <p:pic>
        <p:nvPicPr>
          <p:cNvPr id="32" name="SK-14-img-31" descr="preencoded.png">
            <a:extLst>
              <a:ext uri="{FF2B5EF4-FFF2-40B4-BE49-F238E27FC236}">
                <a16:creationId xmlns:a16="http://schemas.microsoft.com/office/drawing/2014/main" id="{5AA554A7-30DD-EF45-FFE9-F1ADE9743E8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915400" y="2867620"/>
            <a:ext cx="2590800" cy="569416"/>
          </a:xfrm>
          <a:prstGeom prst="rect">
            <a:avLst/>
          </a:prstGeom>
        </p:spPr>
      </p:pic>
      <p:pic>
        <p:nvPicPr>
          <p:cNvPr id="33" name="SK-14-img-32" descr="preencoded.png">
            <a:extLst>
              <a:ext uri="{FF2B5EF4-FFF2-40B4-BE49-F238E27FC236}">
                <a16:creationId xmlns:a16="http://schemas.microsoft.com/office/drawing/2014/main" id="{4E13B838-B982-5F3B-B1BB-F3BA398F1AE4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029700" y="3029248"/>
            <a:ext cx="735806" cy="242888"/>
          </a:xfrm>
          <a:prstGeom prst="rect">
            <a:avLst/>
          </a:prstGeom>
        </p:spPr>
      </p:pic>
      <p:pic>
        <p:nvPicPr>
          <p:cNvPr id="34" name="SK-14-img-33" descr="preencoded.png">
            <a:extLst>
              <a:ext uri="{FF2B5EF4-FFF2-40B4-BE49-F238E27FC236}">
                <a16:creationId xmlns:a16="http://schemas.microsoft.com/office/drawing/2014/main" id="{536B79F7-7B16-744E-71F4-4CE9164B1F58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105900" y="3087737"/>
            <a:ext cx="154781" cy="125760"/>
          </a:xfrm>
          <a:prstGeom prst="rect">
            <a:avLst/>
          </a:prstGeom>
        </p:spPr>
      </p:pic>
      <p:pic>
        <p:nvPicPr>
          <p:cNvPr id="35" name="SK-14-img-34" descr="preencoded.png">
            <a:extLst>
              <a:ext uri="{FF2B5EF4-FFF2-40B4-BE49-F238E27FC236}">
                <a16:creationId xmlns:a16="http://schemas.microsoft.com/office/drawing/2014/main" id="{DD956A14-0D66-E9EC-7DAF-DBB679EE057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600" y="3437037"/>
            <a:ext cx="2590800" cy="569416"/>
          </a:xfrm>
          <a:prstGeom prst="rect">
            <a:avLst/>
          </a:prstGeom>
        </p:spPr>
      </p:pic>
      <p:pic>
        <p:nvPicPr>
          <p:cNvPr id="36" name="SK-14-img-35" descr="preencoded.png">
            <a:extLst>
              <a:ext uri="{FF2B5EF4-FFF2-40B4-BE49-F238E27FC236}">
                <a16:creationId xmlns:a16="http://schemas.microsoft.com/office/drawing/2014/main" id="{D54C3B05-6F21-BBDC-0BEA-F9E5315DF10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915400" y="3437037"/>
            <a:ext cx="2590800" cy="569416"/>
          </a:xfrm>
          <a:prstGeom prst="rect">
            <a:avLst/>
          </a:prstGeom>
        </p:spPr>
      </p:pic>
      <p:pic>
        <p:nvPicPr>
          <p:cNvPr id="37" name="SK-14-img-36" descr="preencoded.png">
            <a:extLst>
              <a:ext uri="{FF2B5EF4-FFF2-40B4-BE49-F238E27FC236}">
                <a16:creationId xmlns:a16="http://schemas.microsoft.com/office/drawing/2014/main" id="{F3B8D813-71B7-92FA-495F-9D507E0A6E2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029700" y="3598664"/>
            <a:ext cx="1012031" cy="242888"/>
          </a:xfrm>
          <a:prstGeom prst="rect">
            <a:avLst/>
          </a:prstGeom>
        </p:spPr>
      </p:pic>
      <p:pic>
        <p:nvPicPr>
          <p:cNvPr id="38" name="SK-14-img-37" descr="preencoded.png">
            <a:extLst>
              <a:ext uri="{FF2B5EF4-FFF2-40B4-BE49-F238E27FC236}">
                <a16:creationId xmlns:a16="http://schemas.microsoft.com/office/drawing/2014/main" id="{303ABA88-DA9A-6C9A-AF41-126699D8D2BD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105900" y="3657154"/>
            <a:ext cx="154781" cy="125760"/>
          </a:xfrm>
          <a:prstGeom prst="rect">
            <a:avLst/>
          </a:prstGeom>
        </p:spPr>
      </p:pic>
      <p:pic>
        <p:nvPicPr>
          <p:cNvPr id="39" name="SK-14-img-38" descr="preencoded.png">
            <a:extLst>
              <a:ext uri="{FF2B5EF4-FFF2-40B4-BE49-F238E27FC236}">
                <a16:creationId xmlns:a16="http://schemas.microsoft.com/office/drawing/2014/main" id="{472EC6F1-4E44-2638-E6A6-70CEDA90F7E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24600" y="4006453"/>
            <a:ext cx="2590800" cy="569416"/>
          </a:xfrm>
          <a:prstGeom prst="rect">
            <a:avLst/>
          </a:prstGeom>
        </p:spPr>
      </p:pic>
      <p:pic>
        <p:nvPicPr>
          <p:cNvPr id="40" name="SK-14-img-39" descr="preencoded.png">
            <a:extLst>
              <a:ext uri="{FF2B5EF4-FFF2-40B4-BE49-F238E27FC236}">
                <a16:creationId xmlns:a16="http://schemas.microsoft.com/office/drawing/2014/main" id="{10C2F513-B5A1-05A3-7E89-76D942360393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915400" y="4006453"/>
            <a:ext cx="2590800" cy="569416"/>
          </a:xfrm>
          <a:prstGeom prst="rect">
            <a:avLst/>
          </a:prstGeom>
        </p:spPr>
      </p:pic>
      <p:pic>
        <p:nvPicPr>
          <p:cNvPr id="41" name="SK-14-img-40" descr="preencoded.png">
            <a:extLst>
              <a:ext uri="{FF2B5EF4-FFF2-40B4-BE49-F238E27FC236}">
                <a16:creationId xmlns:a16="http://schemas.microsoft.com/office/drawing/2014/main" id="{E5860D3C-3DF9-4DD6-C69C-ADED52DA9F5D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029700" y="4168080"/>
            <a:ext cx="888206" cy="242888"/>
          </a:xfrm>
          <a:prstGeom prst="rect">
            <a:avLst/>
          </a:prstGeom>
        </p:spPr>
      </p:pic>
      <p:pic>
        <p:nvPicPr>
          <p:cNvPr id="42" name="SK-14-img-41" descr="preencoded.png">
            <a:extLst>
              <a:ext uri="{FF2B5EF4-FFF2-40B4-BE49-F238E27FC236}">
                <a16:creationId xmlns:a16="http://schemas.microsoft.com/office/drawing/2014/main" id="{BB3955EC-236D-0B43-90FD-BD0BDED283CC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105900" y="4226570"/>
            <a:ext cx="154781" cy="125760"/>
          </a:xfrm>
          <a:prstGeom prst="rect">
            <a:avLst/>
          </a:prstGeom>
        </p:spPr>
      </p:pic>
      <p:pic>
        <p:nvPicPr>
          <p:cNvPr id="43" name="SK-14-img-42" descr="preencoded.png">
            <a:extLst>
              <a:ext uri="{FF2B5EF4-FFF2-40B4-BE49-F238E27FC236}">
                <a16:creationId xmlns:a16="http://schemas.microsoft.com/office/drawing/2014/main" id="{C28B9D80-31B9-CC0A-17D2-B3EE99D0AF62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24600" y="4575870"/>
            <a:ext cx="2590800" cy="569416"/>
          </a:xfrm>
          <a:prstGeom prst="rect">
            <a:avLst/>
          </a:prstGeom>
        </p:spPr>
      </p:pic>
      <p:pic>
        <p:nvPicPr>
          <p:cNvPr id="44" name="SK-14-img-43" descr="preencoded.png">
            <a:extLst>
              <a:ext uri="{FF2B5EF4-FFF2-40B4-BE49-F238E27FC236}">
                <a16:creationId xmlns:a16="http://schemas.microsoft.com/office/drawing/2014/main" id="{848CFCB2-F57C-D086-A88C-05BB2C8F3B3D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915400" y="4575870"/>
            <a:ext cx="2590800" cy="569416"/>
          </a:xfrm>
          <a:prstGeom prst="rect">
            <a:avLst/>
          </a:prstGeom>
        </p:spPr>
      </p:pic>
      <p:pic>
        <p:nvPicPr>
          <p:cNvPr id="45" name="SK-14-img-44" descr="preencoded.png">
            <a:extLst>
              <a:ext uri="{FF2B5EF4-FFF2-40B4-BE49-F238E27FC236}">
                <a16:creationId xmlns:a16="http://schemas.microsoft.com/office/drawing/2014/main" id="{10460981-AF3D-4EA3-2B32-02FEC346E73A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029700" y="4737497"/>
            <a:ext cx="735806" cy="242888"/>
          </a:xfrm>
          <a:prstGeom prst="rect">
            <a:avLst/>
          </a:prstGeom>
        </p:spPr>
      </p:pic>
      <p:pic>
        <p:nvPicPr>
          <p:cNvPr id="46" name="SK-14-img-45" descr="preencoded.png">
            <a:extLst>
              <a:ext uri="{FF2B5EF4-FFF2-40B4-BE49-F238E27FC236}">
                <a16:creationId xmlns:a16="http://schemas.microsoft.com/office/drawing/2014/main" id="{1EE2EC03-A1DB-A148-10C2-4D1E04D3E299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105900" y="4795986"/>
            <a:ext cx="154781" cy="125760"/>
          </a:xfrm>
          <a:prstGeom prst="rect">
            <a:avLst/>
          </a:prstGeom>
        </p:spPr>
      </p:pic>
      <p:pic>
        <p:nvPicPr>
          <p:cNvPr id="47" name="SK-14-img-46" descr="preencoded.png">
            <a:extLst>
              <a:ext uri="{FF2B5EF4-FFF2-40B4-BE49-F238E27FC236}">
                <a16:creationId xmlns:a16="http://schemas.microsoft.com/office/drawing/2014/main" id="{E8139D87-1D0E-51E0-D5C1-D45F7ACE4AFD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24600" y="5145286"/>
            <a:ext cx="2590800" cy="569714"/>
          </a:xfrm>
          <a:prstGeom prst="rect">
            <a:avLst/>
          </a:prstGeom>
        </p:spPr>
      </p:pic>
      <p:pic>
        <p:nvPicPr>
          <p:cNvPr id="48" name="SK-14-img-47" descr="preencoded.png">
            <a:extLst>
              <a:ext uri="{FF2B5EF4-FFF2-40B4-BE49-F238E27FC236}">
                <a16:creationId xmlns:a16="http://schemas.microsoft.com/office/drawing/2014/main" id="{B53F8CC2-AF92-CBC0-BFD6-4EC69728BAB2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915400" y="5145286"/>
            <a:ext cx="2590800" cy="569714"/>
          </a:xfrm>
          <a:prstGeom prst="rect">
            <a:avLst/>
          </a:prstGeom>
        </p:spPr>
      </p:pic>
      <p:pic>
        <p:nvPicPr>
          <p:cNvPr id="49" name="SK-14-img-48" descr="preencoded.png">
            <a:extLst>
              <a:ext uri="{FF2B5EF4-FFF2-40B4-BE49-F238E27FC236}">
                <a16:creationId xmlns:a16="http://schemas.microsoft.com/office/drawing/2014/main" id="{A8A94EC1-F71F-FE76-1944-34DB4B140D38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029700" y="5307062"/>
            <a:ext cx="1012031" cy="242888"/>
          </a:xfrm>
          <a:prstGeom prst="rect">
            <a:avLst/>
          </a:prstGeom>
        </p:spPr>
      </p:pic>
      <p:pic>
        <p:nvPicPr>
          <p:cNvPr id="50" name="SK-14-img-49" descr="preencoded.png">
            <a:extLst>
              <a:ext uri="{FF2B5EF4-FFF2-40B4-BE49-F238E27FC236}">
                <a16:creationId xmlns:a16="http://schemas.microsoft.com/office/drawing/2014/main" id="{9BC1D4A5-FD44-DE06-6E4A-B41063610053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105900" y="5365552"/>
            <a:ext cx="154781" cy="125760"/>
          </a:xfrm>
          <a:prstGeom prst="rect">
            <a:avLst/>
          </a:prstGeom>
        </p:spPr>
      </p:pic>
      <p:pic>
        <p:nvPicPr>
          <p:cNvPr id="51" name="SK-14-img-50" descr="preencoded.png">
            <a:extLst>
              <a:ext uri="{FF2B5EF4-FFF2-40B4-BE49-F238E27FC236}">
                <a16:creationId xmlns:a16="http://schemas.microsoft.com/office/drawing/2014/main" id="{C7755B25-51D0-6D04-C501-FA1017A26A79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71500" y="5991225"/>
            <a:ext cx="11049000" cy="676275"/>
          </a:xfrm>
          <a:prstGeom prst="rect">
            <a:avLst/>
          </a:prstGeom>
        </p:spPr>
      </p:pic>
      <p:pic>
        <p:nvPicPr>
          <p:cNvPr id="52" name="SK-14-img-51" descr="preencoded.png">
            <a:extLst>
              <a:ext uri="{FF2B5EF4-FFF2-40B4-BE49-F238E27FC236}">
                <a16:creationId xmlns:a16="http://schemas.microsoft.com/office/drawing/2014/main" id="{8589133B-97BD-5A6E-D063-A6029BAEC27D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00100" y="6162675"/>
            <a:ext cx="333375" cy="333375"/>
          </a:xfrm>
          <a:prstGeom prst="rect">
            <a:avLst/>
          </a:prstGeom>
        </p:spPr>
      </p:pic>
      <p:sp>
        <p:nvSpPr>
          <p:cNvPr id="53" name="SK-14-text-52">
            <a:extLst>
              <a:ext uri="{FF2B5EF4-FFF2-40B4-BE49-F238E27FC236}">
                <a16:creationId xmlns:a16="http://schemas.microsoft.com/office/drawing/2014/main" id="{66B34A68-C767-6345-FAF3-B8A934F17162}"/>
              </a:ext>
            </a:extLst>
          </p:cNvPr>
          <p:cNvSpPr/>
          <p:nvPr/>
        </p:nvSpPr>
        <p:spPr>
          <a:xfrm>
            <a:off x="647700" y="24765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54" name="SK-14-text-53">
            <a:extLst>
              <a:ext uri="{FF2B5EF4-FFF2-40B4-BE49-F238E27FC236}">
                <a16:creationId xmlns:a16="http://schemas.microsoft.com/office/drawing/2014/main" id="{905A2522-D755-4AD5-ABB4-E27A2D18F43E}"/>
              </a:ext>
            </a:extLst>
          </p:cNvPr>
          <p:cNvSpPr/>
          <p:nvPr/>
        </p:nvSpPr>
        <p:spPr>
          <a:xfrm>
            <a:off x="571500" y="600075"/>
            <a:ext cx="11620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B-2. Performance Domain 분석: 건강한 영역 및 요약</a:t>
            </a:r>
            <a:endParaRPr lang="en-US" sz="2550" dirty="0"/>
          </a:p>
        </p:txBody>
      </p:sp>
      <p:sp>
        <p:nvSpPr>
          <p:cNvPr id="55" name="SK-14-text-54">
            <a:extLst>
              <a:ext uri="{FF2B5EF4-FFF2-40B4-BE49-F238E27FC236}">
                <a16:creationId xmlns:a16="http://schemas.microsoft.com/office/drawing/2014/main" id="{862BBB3C-11B0-5F2C-5AE6-2A87E38BBF72}"/>
              </a:ext>
            </a:extLst>
          </p:cNvPr>
          <p:cNvSpPr/>
          <p:nvPr/>
        </p:nvSpPr>
        <p:spPr>
          <a:xfrm>
            <a:off x="1162050" y="1381125"/>
            <a:ext cx="56578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성과영역 2.3: 일정 (Schedule)</a:t>
            </a:r>
            <a:endParaRPr lang="en-US" sz="1500" dirty="0"/>
          </a:p>
        </p:txBody>
      </p:sp>
      <p:sp>
        <p:nvSpPr>
          <p:cNvPr id="56" name="SK-14-text-55">
            <a:extLst>
              <a:ext uri="{FF2B5EF4-FFF2-40B4-BE49-F238E27FC236}">
                <a16:creationId xmlns:a16="http://schemas.microsoft.com/office/drawing/2014/main" id="{AB1B66AF-CA30-96CD-3A4F-25E46AF4097D}"/>
              </a:ext>
            </a:extLst>
          </p:cNvPr>
          <p:cNvSpPr/>
          <p:nvPr/>
        </p:nvSpPr>
        <p:spPr>
          <a:xfrm>
            <a:off x="876300" y="1981200"/>
            <a:ext cx="2305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SPI (개발 부문)</a:t>
            </a:r>
            <a:endParaRPr lang="en-US" sz="975" dirty="0"/>
          </a:p>
        </p:txBody>
      </p:sp>
      <p:sp>
        <p:nvSpPr>
          <p:cNvPr id="57" name="SK-14-text-56">
            <a:extLst>
              <a:ext uri="{FF2B5EF4-FFF2-40B4-BE49-F238E27FC236}">
                <a16:creationId xmlns:a16="http://schemas.microsoft.com/office/drawing/2014/main" id="{D3B1D510-CB34-5170-3081-40689196ADBB}"/>
              </a:ext>
            </a:extLst>
          </p:cNvPr>
          <p:cNvSpPr/>
          <p:nvPr/>
        </p:nvSpPr>
        <p:spPr>
          <a:xfrm>
            <a:off x="876300" y="2195513"/>
            <a:ext cx="231457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5AEE"/>
                </a:solidFill>
              </a:rPr>
              <a:t>1.02</a:t>
            </a:r>
            <a:endParaRPr lang="en-US" sz="1350" dirty="0"/>
          </a:p>
        </p:txBody>
      </p:sp>
      <p:sp>
        <p:nvSpPr>
          <p:cNvPr id="58" name="SK-14-text-57">
            <a:extLst>
              <a:ext uri="{FF2B5EF4-FFF2-40B4-BE49-F238E27FC236}">
                <a16:creationId xmlns:a16="http://schemas.microsoft.com/office/drawing/2014/main" id="{106DC15F-F617-4530-192B-74BCCC06591D}"/>
              </a:ext>
            </a:extLst>
          </p:cNvPr>
          <p:cNvSpPr/>
          <p:nvPr/>
        </p:nvSpPr>
        <p:spPr>
          <a:xfrm>
            <a:off x="3448050" y="1981200"/>
            <a:ext cx="2305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스프린트 커밋율</a:t>
            </a:r>
            <a:endParaRPr lang="en-US" sz="975" dirty="0"/>
          </a:p>
        </p:txBody>
      </p:sp>
      <p:sp>
        <p:nvSpPr>
          <p:cNvPr id="59" name="SK-14-text-58">
            <a:extLst>
              <a:ext uri="{FF2B5EF4-FFF2-40B4-BE49-F238E27FC236}">
                <a16:creationId xmlns:a16="http://schemas.microsoft.com/office/drawing/2014/main" id="{72DAC5E8-9418-E3B5-155B-1D241466B540}"/>
              </a:ext>
            </a:extLst>
          </p:cNvPr>
          <p:cNvSpPr/>
          <p:nvPr/>
        </p:nvSpPr>
        <p:spPr>
          <a:xfrm>
            <a:off x="3448050" y="2195513"/>
            <a:ext cx="231457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5AEE"/>
                </a:solidFill>
              </a:rPr>
              <a:t>87%</a:t>
            </a:r>
            <a:endParaRPr lang="en-US" sz="1350" dirty="0"/>
          </a:p>
        </p:txBody>
      </p:sp>
      <p:sp>
        <p:nvSpPr>
          <p:cNvPr id="60" name="SK-14-text-59">
            <a:extLst>
              <a:ext uri="{FF2B5EF4-FFF2-40B4-BE49-F238E27FC236}">
                <a16:creationId xmlns:a16="http://schemas.microsoft.com/office/drawing/2014/main" id="{33BCDA44-5922-D0F1-7AB1-F9D6FE37326B}"/>
              </a:ext>
            </a:extLst>
          </p:cNvPr>
          <p:cNvSpPr/>
          <p:nvPr/>
        </p:nvSpPr>
        <p:spPr>
          <a:xfrm>
            <a:off x="876300" y="2738438"/>
            <a:ext cx="250317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G1~G4 Milestone</a:t>
            </a:r>
            <a:endParaRPr lang="en-US" sz="975" dirty="0"/>
          </a:p>
        </p:txBody>
      </p:sp>
      <p:sp>
        <p:nvSpPr>
          <p:cNvPr id="61" name="SK-14-text-60">
            <a:extLst>
              <a:ext uri="{FF2B5EF4-FFF2-40B4-BE49-F238E27FC236}">
                <a16:creationId xmlns:a16="http://schemas.microsoft.com/office/drawing/2014/main" id="{1D6BD6D3-C832-BB96-2694-C959B8FB64A2}"/>
              </a:ext>
            </a:extLst>
          </p:cNvPr>
          <p:cNvSpPr/>
          <p:nvPr/>
        </p:nvSpPr>
        <p:spPr>
          <a:xfrm>
            <a:off x="876300" y="2952750"/>
            <a:ext cx="231457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5AEE"/>
                </a:solidFill>
              </a:rPr>
              <a:t>정시 통과</a:t>
            </a:r>
            <a:endParaRPr lang="en-US" sz="1350" dirty="0"/>
          </a:p>
        </p:txBody>
      </p:sp>
      <p:sp>
        <p:nvSpPr>
          <p:cNvPr id="62" name="SK-14-text-61">
            <a:extLst>
              <a:ext uri="{FF2B5EF4-FFF2-40B4-BE49-F238E27FC236}">
                <a16:creationId xmlns:a16="http://schemas.microsoft.com/office/drawing/2014/main" id="{CB0509BD-D3FA-C772-2CAB-587BF890A9A1}"/>
              </a:ext>
            </a:extLst>
          </p:cNvPr>
          <p:cNvSpPr/>
          <p:nvPr/>
        </p:nvSpPr>
        <p:spPr>
          <a:xfrm>
            <a:off x="3448050" y="2738438"/>
            <a:ext cx="2305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 빌드 성공률</a:t>
            </a:r>
            <a:endParaRPr lang="en-US" sz="975" dirty="0"/>
          </a:p>
        </p:txBody>
      </p:sp>
      <p:sp>
        <p:nvSpPr>
          <p:cNvPr id="63" name="SK-14-text-62">
            <a:extLst>
              <a:ext uri="{FF2B5EF4-FFF2-40B4-BE49-F238E27FC236}">
                <a16:creationId xmlns:a16="http://schemas.microsoft.com/office/drawing/2014/main" id="{619996CD-57D5-6D39-06EE-657DBEC864D0}"/>
              </a:ext>
            </a:extLst>
          </p:cNvPr>
          <p:cNvSpPr/>
          <p:nvPr/>
        </p:nvSpPr>
        <p:spPr>
          <a:xfrm>
            <a:off x="3448050" y="2952750"/>
            <a:ext cx="231457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5AEE"/>
                </a:solidFill>
              </a:rPr>
              <a:t>89%</a:t>
            </a:r>
            <a:endParaRPr lang="en-US" sz="1350" dirty="0"/>
          </a:p>
        </p:txBody>
      </p:sp>
      <p:sp>
        <p:nvSpPr>
          <p:cNvPr id="64" name="SK-14-text-63">
            <a:extLst>
              <a:ext uri="{FF2B5EF4-FFF2-40B4-BE49-F238E27FC236}">
                <a16:creationId xmlns:a16="http://schemas.microsoft.com/office/drawing/2014/main" id="{6FAB4D05-DAEB-A910-B2B9-537D95AA7329}"/>
              </a:ext>
            </a:extLst>
          </p:cNvPr>
          <p:cNvSpPr/>
          <p:nvPr/>
        </p:nvSpPr>
        <p:spPr>
          <a:xfrm>
            <a:off x="1162050" y="3733800"/>
            <a:ext cx="56578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성과영역 2.6: 자원 (Resource)</a:t>
            </a:r>
            <a:endParaRPr lang="en-US" sz="1500" dirty="0"/>
          </a:p>
        </p:txBody>
      </p:sp>
      <p:sp>
        <p:nvSpPr>
          <p:cNvPr id="65" name="SK-14-text-64">
            <a:extLst>
              <a:ext uri="{FF2B5EF4-FFF2-40B4-BE49-F238E27FC236}">
                <a16:creationId xmlns:a16="http://schemas.microsoft.com/office/drawing/2014/main" id="{49554AF5-D525-4A0C-17A4-F5D07E4B9922}"/>
              </a:ext>
            </a:extLst>
          </p:cNvPr>
          <p:cNvSpPr/>
          <p:nvPr/>
        </p:nvSpPr>
        <p:spPr>
          <a:xfrm>
            <a:off x="876300" y="4333875"/>
            <a:ext cx="2305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충원율</a:t>
            </a:r>
            <a:endParaRPr lang="en-US" sz="975" dirty="0"/>
          </a:p>
        </p:txBody>
      </p:sp>
      <p:sp>
        <p:nvSpPr>
          <p:cNvPr id="66" name="SK-14-text-65">
            <a:extLst>
              <a:ext uri="{FF2B5EF4-FFF2-40B4-BE49-F238E27FC236}">
                <a16:creationId xmlns:a16="http://schemas.microsoft.com/office/drawing/2014/main" id="{B06EF204-EFEC-06C7-DDCF-71EF5D28BB37}"/>
              </a:ext>
            </a:extLst>
          </p:cNvPr>
          <p:cNvSpPr/>
          <p:nvPr/>
        </p:nvSpPr>
        <p:spPr>
          <a:xfrm>
            <a:off x="876300" y="4548188"/>
            <a:ext cx="28289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5AEE"/>
                </a:solidFill>
              </a:rPr>
              <a:t>100% (96명)</a:t>
            </a:r>
            <a:endParaRPr lang="en-US" sz="1350" dirty="0"/>
          </a:p>
        </p:txBody>
      </p:sp>
      <p:sp>
        <p:nvSpPr>
          <p:cNvPr id="67" name="SK-14-text-66">
            <a:extLst>
              <a:ext uri="{FF2B5EF4-FFF2-40B4-BE49-F238E27FC236}">
                <a16:creationId xmlns:a16="http://schemas.microsoft.com/office/drawing/2014/main" id="{ADBC91BC-0167-8442-F87F-96970B7D6935}"/>
              </a:ext>
            </a:extLst>
          </p:cNvPr>
          <p:cNvSpPr/>
          <p:nvPr/>
        </p:nvSpPr>
        <p:spPr>
          <a:xfrm>
            <a:off x="3448050" y="4333875"/>
            <a:ext cx="2305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만족도</a:t>
            </a:r>
            <a:endParaRPr lang="en-US" sz="975" dirty="0"/>
          </a:p>
        </p:txBody>
      </p:sp>
      <p:sp>
        <p:nvSpPr>
          <p:cNvPr id="68" name="SK-14-text-67">
            <a:extLst>
              <a:ext uri="{FF2B5EF4-FFF2-40B4-BE49-F238E27FC236}">
                <a16:creationId xmlns:a16="http://schemas.microsoft.com/office/drawing/2014/main" id="{DE4E31A4-611E-126D-F0CA-EC9E067505DD}"/>
              </a:ext>
            </a:extLst>
          </p:cNvPr>
          <p:cNvSpPr/>
          <p:nvPr/>
        </p:nvSpPr>
        <p:spPr>
          <a:xfrm>
            <a:off x="3448050" y="4548188"/>
            <a:ext cx="24860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5AEE"/>
                </a:solidFill>
              </a:rPr>
              <a:t>3.9 / 5.0</a:t>
            </a:r>
            <a:endParaRPr lang="en-US" sz="1350" dirty="0"/>
          </a:p>
        </p:txBody>
      </p:sp>
      <p:sp>
        <p:nvSpPr>
          <p:cNvPr id="69" name="SK-14-text-68">
            <a:extLst>
              <a:ext uri="{FF2B5EF4-FFF2-40B4-BE49-F238E27FC236}">
                <a16:creationId xmlns:a16="http://schemas.microsoft.com/office/drawing/2014/main" id="{A017B4D8-6A29-DA0D-1C23-E90FB57DCC3A}"/>
              </a:ext>
            </a:extLst>
          </p:cNvPr>
          <p:cNvSpPr/>
          <p:nvPr/>
        </p:nvSpPr>
        <p:spPr>
          <a:xfrm>
            <a:off x="876300" y="5091113"/>
            <a:ext cx="2305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번아웃 / 초과근무</a:t>
            </a:r>
            <a:endParaRPr lang="en-US" sz="975" dirty="0"/>
          </a:p>
        </p:txBody>
      </p:sp>
      <p:sp>
        <p:nvSpPr>
          <p:cNvPr id="70" name="SK-14-text-69">
            <a:extLst>
              <a:ext uri="{FF2B5EF4-FFF2-40B4-BE49-F238E27FC236}">
                <a16:creationId xmlns:a16="http://schemas.microsoft.com/office/drawing/2014/main" id="{BB0D6558-1145-D1E6-A596-DBF6A0C470C6}"/>
              </a:ext>
            </a:extLst>
          </p:cNvPr>
          <p:cNvSpPr/>
          <p:nvPr/>
        </p:nvSpPr>
        <p:spPr>
          <a:xfrm>
            <a:off x="876300" y="5305425"/>
            <a:ext cx="234886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5AEE"/>
                </a:solidFill>
              </a:rPr>
              <a:t>7% / 8.2h</a:t>
            </a:r>
            <a:endParaRPr lang="en-US" sz="1350" dirty="0"/>
          </a:p>
        </p:txBody>
      </p:sp>
      <p:sp>
        <p:nvSpPr>
          <p:cNvPr id="71" name="SK-14-text-70">
            <a:extLst>
              <a:ext uri="{FF2B5EF4-FFF2-40B4-BE49-F238E27FC236}">
                <a16:creationId xmlns:a16="http://schemas.microsoft.com/office/drawing/2014/main" id="{B4323C0E-E260-FFB6-9B38-3A6109C920E3}"/>
              </a:ext>
            </a:extLst>
          </p:cNvPr>
          <p:cNvSpPr/>
          <p:nvPr/>
        </p:nvSpPr>
        <p:spPr>
          <a:xfrm>
            <a:off x="3448050" y="5091113"/>
            <a:ext cx="2305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가동률</a:t>
            </a:r>
            <a:endParaRPr lang="en-US" sz="975" dirty="0"/>
          </a:p>
        </p:txBody>
      </p:sp>
      <p:sp>
        <p:nvSpPr>
          <p:cNvPr id="72" name="SK-14-text-71">
            <a:extLst>
              <a:ext uri="{FF2B5EF4-FFF2-40B4-BE49-F238E27FC236}">
                <a16:creationId xmlns:a16="http://schemas.microsoft.com/office/drawing/2014/main" id="{D998210E-2EAF-1EE4-345D-B82F5BA38A6B}"/>
              </a:ext>
            </a:extLst>
          </p:cNvPr>
          <p:cNvSpPr/>
          <p:nvPr/>
        </p:nvSpPr>
        <p:spPr>
          <a:xfrm>
            <a:off x="3448050" y="5305425"/>
            <a:ext cx="231457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5AEE"/>
                </a:solidFill>
              </a:rPr>
              <a:t>61%</a:t>
            </a:r>
            <a:endParaRPr lang="en-US" sz="1350" dirty="0"/>
          </a:p>
        </p:txBody>
      </p:sp>
      <p:sp>
        <p:nvSpPr>
          <p:cNvPr id="73" name="SK-14-text-72">
            <a:extLst>
              <a:ext uri="{FF2B5EF4-FFF2-40B4-BE49-F238E27FC236}">
                <a16:creationId xmlns:a16="http://schemas.microsoft.com/office/drawing/2014/main" id="{C2412EC8-7C20-8719-B3E3-4DD172AF05B5}"/>
              </a:ext>
            </a:extLst>
          </p:cNvPr>
          <p:cNvSpPr/>
          <p:nvPr/>
        </p:nvSpPr>
        <p:spPr>
          <a:xfrm>
            <a:off x="6438900" y="1323975"/>
            <a:ext cx="4088466" cy="4048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Performance Domain (§2.x)</a:t>
            </a:r>
            <a:endParaRPr lang="en-US" sz="1125" dirty="0"/>
          </a:p>
        </p:txBody>
      </p:sp>
      <p:sp>
        <p:nvSpPr>
          <p:cNvPr id="74" name="SK-14-text-73">
            <a:extLst>
              <a:ext uri="{FF2B5EF4-FFF2-40B4-BE49-F238E27FC236}">
                <a16:creationId xmlns:a16="http://schemas.microsoft.com/office/drawing/2014/main" id="{6B73172F-3A36-54CD-F988-5C5BCA3AF7C8}"/>
              </a:ext>
            </a:extLst>
          </p:cNvPr>
          <p:cNvSpPr/>
          <p:nvPr/>
        </p:nvSpPr>
        <p:spPr>
          <a:xfrm>
            <a:off x="9029700" y="1323975"/>
            <a:ext cx="2438400" cy="4048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판정 및 상태</a:t>
            </a:r>
            <a:endParaRPr lang="en-US" sz="1125" dirty="0"/>
          </a:p>
        </p:txBody>
      </p:sp>
      <p:sp>
        <p:nvSpPr>
          <p:cNvPr id="75" name="SK-14-text-74">
            <a:extLst>
              <a:ext uri="{FF2B5EF4-FFF2-40B4-BE49-F238E27FC236}">
                <a16:creationId xmlns:a16="http://schemas.microsoft.com/office/drawing/2014/main" id="{AB551CD7-96B3-936B-2374-B6A0A284A84B}"/>
              </a:ext>
            </a:extLst>
          </p:cNvPr>
          <p:cNvSpPr/>
          <p:nvPr/>
        </p:nvSpPr>
        <p:spPr>
          <a:xfrm>
            <a:off x="6438900" y="1728788"/>
            <a:ext cx="3567393" cy="5694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2.1 거버넌스 (Governance)</a:t>
            </a:r>
            <a:endParaRPr lang="en-US" sz="1125" dirty="0"/>
          </a:p>
        </p:txBody>
      </p:sp>
      <p:sp>
        <p:nvSpPr>
          <p:cNvPr id="76" name="SK-14-text-75">
            <a:extLst>
              <a:ext uri="{FF2B5EF4-FFF2-40B4-BE49-F238E27FC236}">
                <a16:creationId xmlns:a16="http://schemas.microsoft.com/office/drawing/2014/main" id="{7E66109E-62C8-4FA1-F8AA-E16F260DEB8C}"/>
              </a:ext>
            </a:extLst>
          </p:cNvPr>
          <p:cNvSpPr/>
          <p:nvPr/>
        </p:nvSpPr>
        <p:spPr>
          <a:xfrm>
            <a:off x="9317831" y="1890415"/>
            <a:ext cx="859631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치명적 실패</a:t>
            </a:r>
            <a:endParaRPr lang="en-US" sz="975" dirty="0"/>
          </a:p>
        </p:txBody>
      </p:sp>
      <p:sp>
        <p:nvSpPr>
          <p:cNvPr id="77" name="SK-14-text-76">
            <a:extLst>
              <a:ext uri="{FF2B5EF4-FFF2-40B4-BE49-F238E27FC236}">
                <a16:creationId xmlns:a16="http://schemas.microsoft.com/office/drawing/2014/main" id="{D4E539B1-1C88-A2AF-D766-8C94E89DA694}"/>
              </a:ext>
            </a:extLst>
          </p:cNvPr>
          <p:cNvSpPr/>
          <p:nvPr/>
        </p:nvSpPr>
        <p:spPr>
          <a:xfrm>
            <a:off x="6438900" y="2298204"/>
            <a:ext cx="2473138" cy="5694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2.2 범위 (Scope)</a:t>
            </a:r>
            <a:endParaRPr lang="en-US" sz="1125" dirty="0"/>
          </a:p>
        </p:txBody>
      </p:sp>
      <p:sp>
        <p:nvSpPr>
          <p:cNvPr id="78" name="SK-14-text-77">
            <a:extLst>
              <a:ext uri="{FF2B5EF4-FFF2-40B4-BE49-F238E27FC236}">
                <a16:creationId xmlns:a16="http://schemas.microsoft.com/office/drawing/2014/main" id="{72DEB8DB-415E-DD55-D944-4DFED6A94221}"/>
              </a:ext>
            </a:extLst>
          </p:cNvPr>
          <p:cNvSpPr/>
          <p:nvPr/>
        </p:nvSpPr>
        <p:spPr>
          <a:xfrm>
            <a:off x="9317831" y="2459831"/>
            <a:ext cx="859631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심각한 결함</a:t>
            </a:r>
            <a:endParaRPr lang="en-US" sz="975" dirty="0"/>
          </a:p>
        </p:txBody>
      </p:sp>
      <p:sp>
        <p:nvSpPr>
          <p:cNvPr id="79" name="SK-14-text-78">
            <a:extLst>
              <a:ext uri="{FF2B5EF4-FFF2-40B4-BE49-F238E27FC236}">
                <a16:creationId xmlns:a16="http://schemas.microsoft.com/office/drawing/2014/main" id="{5A6B1DCB-5CA8-D188-3971-D47BDB359BC0}"/>
              </a:ext>
            </a:extLst>
          </p:cNvPr>
          <p:cNvSpPr/>
          <p:nvPr/>
        </p:nvSpPr>
        <p:spPr>
          <a:xfrm>
            <a:off x="6438900" y="2867620"/>
            <a:ext cx="2942104" cy="5694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2.3 일정 (Schedule)</a:t>
            </a:r>
            <a:endParaRPr lang="en-US" sz="1125" dirty="0"/>
          </a:p>
        </p:txBody>
      </p:sp>
      <p:sp>
        <p:nvSpPr>
          <p:cNvPr id="80" name="SK-14-text-79">
            <a:extLst>
              <a:ext uri="{FF2B5EF4-FFF2-40B4-BE49-F238E27FC236}">
                <a16:creationId xmlns:a16="http://schemas.microsoft.com/office/drawing/2014/main" id="{CDA1443E-3A17-EEAC-0616-DE1D30CBE64E}"/>
              </a:ext>
            </a:extLst>
          </p:cNvPr>
          <p:cNvSpPr/>
          <p:nvPr/>
        </p:nvSpPr>
        <p:spPr>
          <a:xfrm>
            <a:off x="9317831" y="3029248"/>
            <a:ext cx="583406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건강함</a:t>
            </a:r>
            <a:endParaRPr lang="en-US" sz="975" dirty="0"/>
          </a:p>
        </p:txBody>
      </p:sp>
      <p:sp>
        <p:nvSpPr>
          <p:cNvPr id="81" name="SK-14-text-80">
            <a:extLst>
              <a:ext uri="{FF2B5EF4-FFF2-40B4-BE49-F238E27FC236}">
                <a16:creationId xmlns:a16="http://schemas.microsoft.com/office/drawing/2014/main" id="{0C28E3ED-908A-7F3B-2F9E-1D5C68C27DE0}"/>
              </a:ext>
            </a:extLst>
          </p:cNvPr>
          <p:cNvSpPr/>
          <p:nvPr/>
        </p:nvSpPr>
        <p:spPr>
          <a:xfrm>
            <a:off x="6438900" y="3437037"/>
            <a:ext cx="3098426" cy="5694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2.4 재무 (Financial)</a:t>
            </a:r>
            <a:endParaRPr lang="en-US" sz="1125" dirty="0"/>
          </a:p>
        </p:txBody>
      </p:sp>
      <p:sp>
        <p:nvSpPr>
          <p:cNvPr id="82" name="SK-14-text-81">
            <a:extLst>
              <a:ext uri="{FF2B5EF4-FFF2-40B4-BE49-F238E27FC236}">
                <a16:creationId xmlns:a16="http://schemas.microsoft.com/office/drawing/2014/main" id="{32B15DEE-617D-0EEE-E66D-47C6E2DB42EA}"/>
              </a:ext>
            </a:extLst>
          </p:cNvPr>
          <p:cNvSpPr/>
          <p:nvPr/>
        </p:nvSpPr>
        <p:spPr>
          <a:xfrm>
            <a:off x="9317831" y="3598664"/>
            <a:ext cx="859631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심각한 결함</a:t>
            </a:r>
            <a:endParaRPr lang="en-US" sz="975" dirty="0"/>
          </a:p>
        </p:txBody>
      </p:sp>
      <p:sp>
        <p:nvSpPr>
          <p:cNvPr id="83" name="SK-14-text-82">
            <a:extLst>
              <a:ext uri="{FF2B5EF4-FFF2-40B4-BE49-F238E27FC236}">
                <a16:creationId xmlns:a16="http://schemas.microsoft.com/office/drawing/2014/main" id="{40CFE7FC-02D1-9CE3-C45E-E87BB732AA3A}"/>
              </a:ext>
            </a:extLst>
          </p:cNvPr>
          <p:cNvSpPr/>
          <p:nvPr/>
        </p:nvSpPr>
        <p:spPr>
          <a:xfrm>
            <a:off x="6438900" y="4006453"/>
            <a:ext cx="3880037" cy="5694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 이해관계자 (Stakeholder)</a:t>
            </a:r>
            <a:endParaRPr lang="en-US" sz="1125" dirty="0"/>
          </a:p>
        </p:txBody>
      </p:sp>
      <p:sp>
        <p:nvSpPr>
          <p:cNvPr id="84" name="SK-14-text-83">
            <a:extLst>
              <a:ext uri="{FF2B5EF4-FFF2-40B4-BE49-F238E27FC236}">
                <a16:creationId xmlns:a16="http://schemas.microsoft.com/office/drawing/2014/main" id="{8D6C11C1-0FCD-ECFB-148B-CB062C348996}"/>
              </a:ext>
            </a:extLst>
          </p:cNvPr>
          <p:cNvSpPr/>
          <p:nvPr/>
        </p:nvSpPr>
        <p:spPr>
          <a:xfrm>
            <a:off x="9317831" y="4168080"/>
            <a:ext cx="735806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발생</a:t>
            </a:r>
            <a:endParaRPr lang="en-US" sz="975" dirty="0"/>
          </a:p>
        </p:txBody>
      </p:sp>
      <p:sp>
        <p:nvSpPr>
          <p:cNvPr id="85" name="SK-14-text-84">
            <a:extLst>
              <a:ext uri="{FF2B5EF4-FFF2-40B4-BE49-F238E27FC236}">
                <a16:creationId xmlns:a16="http://schemas.microsoft.com/office/drawing/2014/main" id="{F1165C08-2D34-E58C-3B66-70A9AEA82F42}"/>
              </a:ext>
            </a:extLst>
          </p:cNvPr>
          <p:cNvSpPr/>
          <p:nvPr/>
        </p:nvSpPr>
        <p:spPr>
          <a:xfrm>
            <a:off x="6438900" y="4575870"/>
            <a:ext cx="2942104" cy="5694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2.6 자원 (Resource)</a:t>
            </a:r>
            <a:endParaRPr lang="en-US" sz="1125" dirty="0"/>
          </a:p>
        </p:txBody>
      </p:sp>
      <p:sp>
        <p:nvSpPr>
          <p:cNvPr id="86" name="SK-14-text-85">
            <a:extLst>
              <a:ext uri="{FF2B5EF4-FFF2-40B4-BE49-F238E27FC236}">
                <a16:creationId xmlns:a16="http://schemas.microsoft.com/office/drawing/2014/main" id="{ECF7ABAF-10B7-B6B6-CF42-F500DB0759F5}"/>
              </a:ext>
            </a:extLst>
          </p:cNvPr>
          <p:cNvSpPr/>
          <p:nvPr/>
        </p:nvSpPr>
        <p:spPr>
          <a:xfrm>
            <a:off x="9317831" y="4737497"/>
            <a:ext cx="583406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건강함</a:t>
            </a:r>
            <a:endParaRPr lang="en-US" sz="975" dirty="0"/>
          </a:p>
        </p:txBody>
      </p:sp>
      <p:sp>
        <p:nvSpPr>
          <p:cNvPr id="87" name="SK-14-text-86">
            <a:extLst>
              <a:ext uri="{FF2B5EF4-FFF2-40B4-BE49-F238E27FC236}">
                <a16:creationId xmlns:a16="http://schemas.microsoft.com/office/drawing/2014/main" id="{6B7A7DE0-328C-6674-5B35-92DD0CF9F318}"/>
              </a:ext>
            </a:extLst>
          </p:cNvPr>
          <p:cNvSpPr/>
          <p:nvPr/>
        </p:nvSpPr>
        <p:spPr>
          <a:xfrm>
            <a:off x="6438900" y="5145286"/>
            <a:ext cx="2473138" cy="56971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2.7 리스크 (Risk)</a:t>
            </a:r>
            <a:endParaRPr lang="en-US" sz="1125" dirty="0"/>
          </a:p>
        </p:txBody>
      </p:sp>
      <p:sp>
        <p:nvSpPr>
          <p:cNvPr id="88" name="SK-14-text-87">
            <a:extLst>
              <a:ext uri="{FF2B5EF4-FFF2-40B4-BE49-F238E27FC236}">
                <a16:creationId xmlns:a16="http://schemas.microsoft.com/office/drawing/2014/main" id="{65D6295B-25D5-979C-BE4C-B763B30040FE}"/>
              </a:ext>
            </a:extLst>
          </p:cNvPr>
          <p:cNvSpPr/>
          <p:nvPr/>
        </p:nvSpPr>
        <p:spPr>
          <a:xfrm>
            <a:off x="9317831" y="5307062"/>
            <a:ext cx="859631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심각한 방치</a:t>
            </a:r>
            <a:endParaRPr lang="en-US" sz="975" dirty="0"/>
          </a:p>
        </p:txBody>
      </p:sp>
      <p:sp>
        <p:nvSpPr>
          <p:cNvPr id="89" name="SK-14-text-88">
            <a:extLst>
              <a:ext uri="{FF2B5EF4-FFF2-40B4-BE49-F238E27FC236}">
                <a16:creationId xmlns:a16="http://schemas.microsoft.com/office/drawing/2014/main" id="{4CC80FD9-187C-F3F7-6E61-29D0B0693A6F}"/>
              </a:ext>
            </a:extLst>
          </p:cNvPr>
          <p:cNvSpPr/>
          <p:nvPr/>
        </p:nvSpPr>
        <p:spPr>
          <a:xfrm>
            <a:off x="1323975" y="6086475"/>
            <a:ext cx="10067925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판정 요약:</a:t>
            </a: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일정(2.3)과 자원(2.6)은 지표상 건강하며 개발 프로세스는 작동하고 있으나, </a:t>
            </a:r>
            <a:r>
              <a:rPr lang="en-US" sz="1275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거버넌스(2.1)의 붕괴</a:t>
            </a: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인해 프로젝트가 올바른 방향(고객 가치)으로 가고 있는지 확인하는 </a:t>
            </a:r>
            <a:r>
              <a:rPr lang="en-US" sz="1275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나침반을 상실</a:t>
            </a: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것이 본질입니다.</a:t>
            </a:r>
            <a:endParaRPr lang="en-US" sz="1275" dirty="0"/>
          </a:p>
        </p:txBody>
      </p:sp>
    </p:spTree>
    <p:extLst>
      <p:ext uri="{BB962C8B-B14F-4D97-AF65-F5344CB8AC3E}">
        <p14:creationId xmlns:p14="http://schemas.microsoft.com/office/powerpoint/2010/main" val="1062677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1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1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1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11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11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281593"/>
            <a:ext cx="4935736" cy="209550"/>
          </a:xfrm>
          <a:prstGeom prst="rect">
            <a:avLst/>
          </a:prstGeom>
        </p:spPr>
      </p:pic>
      <p:pic>
        <p:nvPicPr>
          <p:cNvPr id="7" name="SK-11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586393"/>
            <a:ext cx="4935736" cy="4705350"/>
          </a:xfrm>
          <a:prstGeom prst="rect">
            <a:avLst/>
          </a:prstGeom>
        </p:spPr>
      </p:pic>
      <p:pic>
        <p:nvPicPr>
          <p:cNvPr id="8" name="SK-11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1586393"/>
            <a:ext cx="4935736" cy="304800"/>
          </a:xfrm>
          <a:prstGeom prst="rect">
            <a:avLst/>
          </a:prstGeom>
        </p:spPr>
      </p:pic>
      <p:pic>
        <p:nvPicPr>
          <p:cNvPr id="9" name="SK-11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1586393"/>
            <a:ext cx="1646188" cy="304800"/>
          </a:xfrm>
          <a:prstGeom prst="rect">
            <a:avLst/>
          </a:prstGeom>
        </p:spPr>
      </p:pic>
      <p:pic>
        <p:nvPicPr>
          <p:cNvPr id="10" name="SK-11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17688" y="1586393"/>
            <a:ext cx="1268611" cy="304800"/>
          </a:xfrm>
          <a:prstGeom prst="rect">
            <a:avLst/>
          </a:prstGeom>
        </p:spPr>
      </p:pic>
      <p:pic>
        <p:nvPicPr>
          <p:cNvPr id="11" name="SK-11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86299" y="1586393"/>
            <a:ext cx="762000" cy="304800"/>
          </a:xfrm>
          <a:prstGeom prst="rect">
            <a:avLst/>
          </a:prstGeom>
        </p:spPr>
      </p:pic>
      <p:pic>
        <p:nvPicPr>
          <p:cNvPr id="12" name="SK-11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48299" y="1586393"/>
            <a:ext cx="1258937" cy="304800"/>
          </a:xfrm>
          <a:prstGeom prst="rect">
            <a:avLst/>
          </a:prstGeom>
        </p:spPr>
      </p:pic>
      <p:pic>
        <p:nvPicPr>
          <p:cNvPr id="13" name="SK-11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1891193"/>
            <a:ext cx="1646188" cy="965746"/>
          </a:xfrm>
          <a:prstGeom prst="rect">
            <a:avLst/>
          </a:prstGeom>
        </p:spPr>
      </p:pic>
      <p:pic>
        <p:nvPicPr>
          <p:cNvPr id="14" name="SK-11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17688" y="1891193"/>
            <a:ext cx="1268611" cy="965746"/>
          </a:xfrm>
          <a:prstGeom prst="rect">
            <a:avLst/>
          </a:prstGeom>
        </p:spPr>
      </p:pic>
      <p:pic>
        <p:nvPicPr>
          <p:cNvPr id="15" name="SK-11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86299" y="1891193"/>
            <a:ext cx="762000" cy="965746"/>
          </a:xfrm>
          <a:prstGeom prst="rect">
            <a:avLst/>
          </a:prstGeom>
        </p:spPr>
      </p:pic>
      <p:pic>
        <p:nvPicPr>
          <p:cNvPr id="16" name="SK-11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81549" y="2340654"/>
            <a:ext cx="571500" cy="66675"/>
          </a:xfrm>
          <a:prstGeom prst="rect">
            <a:avLst/>
          </a:prstGeom>
        </p:spPr>
      </p:pic>
      <p:pic>
        <p:nvPicPr>
          <p:cNvPr id="17" name="SK-11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81549" y="2340654"/>
            <a:ext cx="262830" cy="66675"/>
          </a:xfrm>
          <a:prstGeom prst="rect">
            <a:avLst/>
          </a:prstGeom>
        </p:spPr>
      </p:pic>
      <p:pic>
        <p:nvPicPr>
          <p:cNvPr id="18" name="SK-11-img-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48299" y="1891193"/>
            <a:ext cx="1258937" cy="965746"/>
          </a:xfrm>
          <a:prstGeom prst="rect">
            <a:avLst/>
          </a:prstGeom>
        </p:spPr>
      </p:pic>
      <p:pic>
        <p:nvPicPr>
          <p:cNvPr id="19" name="SK-11-img-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2856939"/>
            <a:ext cx="1646188" cy="965746"/>
          </a:xfrm>
          <a:prstGeom prst="rect">
            <a:avLst/>
          </a:prstGeom>
        </p:spPr>
      </p:pic>
      <p:pic>
        <p:nvPicPr>
          <p:cNvPr id="20" name="SK-11-img-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217688" y="2856939"/>
            <a:ext cx="1268611" cy="965746"/>
          </a:xfrm>
          <a:prstGeom prst="rect">
            <a:avLst/>
          </a:prstGeom>
        </p:spPr>
      </p:pic>
      <p:pic>
        <p:nvPicPr>
          <p:cNvPr id="21" name="SK-11-img-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486299" y="2856939"/>
            <a:ext cx="762000" cy="965746"/>
          </a:xfrm>
          <a:prstGeom prst="rect">
            <a:avLst/>
          </a:prstGeom>
        </p:spPr>
      </p:pic>
      <p:pic>
        <p:nvPicPr>
          <p:cNvPr id="22" name="SK-11-img-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81549" y="3306400"/>
            <a:ext cx="571500" cy="66675"/>
          </a:xfrm>
          <a:prstGeom prst="rect">
            <a:avLst/>
          </a:prstGeom>
        </p:spPr>
      </p:pic>
      <p:pic>
        <p:nvPicPr>
          <p:cNvPr id="23" name="SK-11-img-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581549" y="3306400"/>
            <a:ext cx="148530" cy="66675"/>
          </a:xfrm>
          <a:prstGeom prst="rect">
            <a:avLst/>
          </a:prstGeom>
        </p:spPr>
      </p:pic>
      <p:pic>
        <p:nvPicPr>
          <p:cNvPr id="24" name="SK-11-img-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248299" y="2856939"/>
            <a:ext cx="1258937" cy="965746"/>
          </a:xfrm>
          <a:prstGeom prst="rect">
            <a:avLst/>
          </a:prstGeom>
        </p:spPr>
      </p:pic>
      <p:pic>
        <p:nvPicPr>
          <p:cNvPr id="25" name="SK-11-img-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71500" y="3822684"/>
            <a:ext cx="1646188" cy="892820"/>
          </a:xfrm>
          <a:prstGeom prst="rect">
            <a:avLst/>
          </a:prstGeom>
        </p:spPr>
      </p:pic>
      <p:pic>
        <p:nvPicPr>
          <p:cNvPr id="26" name="SK-11-img-2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217688" y="3822684"/>
            <a:ext cx="1268611" cy="892820"/>
          </a:xfrm>
          <a:prstGeom prst="rect">
            <a:avLst/>
          </a:prstGeom>
        </p:spPr>
      </p:pic>
      <p:pic>
        <p:nvPicPr>
          <p:cNvPr id="27" name="SK-11-img-26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486299" y="3822684"/>
            <a:ext cx="762000" cy="892820"/>
          </a:xfrm>
          <a:prstGeom prst="rect">
            <a:avLst/>
          </a:prstGeom>
        </p:spPr>
      </p:pic>
      <p:pic>
        <p:nvPicPr>
          <p:cNvPr id="28" name="SK-11-img-2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581549" y="4235682"/>
            <a:ext cx="571500" cy="66675"/>
          </a:xfrm>
          <a:prstGeom prst="rect">
            <a:avLst/>
          </a:prstGeom>
        </p:spPr>
      </p:pic>
      <p:pic>
        <p:nvPicPr>
          <p:cNvPr id="29" name="SK-11-img-28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581549" y="4235682"/>
            <a:ext cx="119955" cy="66675"/>
          </a:xfrm>
          <a:prstGeom prst="rect">
            <a:avLst/>
          </a:prstGeom>
        </p:spPr>
      </p:pic>
      <p:pic>
        <p:nvPicPr>
          <p:cNvPr id="30" name="SK-11-img-29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248299" y="3822684"/>
            <a:ext cx="1258937" cy="892820"/>
          </a:xfrm>
          <a:prstGeom prst="rect">
            <a:avLst/>
          </a:prstGeom>
        </p:spPr>
      </p:pic>
      <p:pic>
        <p:nvPicPr>
          <p:cNvPr id="31" name="SK-11-img-30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4715504"/>
            <a:ext cx="1646188" cy="610344"/>
          </a:xfrm>
          <a:prstGeom prst="rect">
            <a:avLst/>
          </a:prstGeom>
        </p:spPr>
      </p:pic>
      <p:pic>
        <p:nvPicPr>
          <p:cNvPr id="32" name="SK-11-img-31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217688" y="4715504"/>
            <a:ext cx="1268611" cy="610344"/>
          </a:xfrm>
          <a:prstGeom prst="rect">
            <a:avLst/>
          </a:prstGeom>
        </p:spPr>
      </p:pic>
      <p:pic>
        <p:nvPicPr>
          <p:cNvPr id="33" name="SK-11-img-32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486299" y="4715504"/>
            <a:ext cx="762000" cy="610344"/>
          </a:xfrm>
          <a:prstGeom prst="rect">
            <a:avLst/>
          </a:prstGeom>
        </p:spPr>
      </p:pic>
      <p:pic>
        <p:nvPicPr>
          <p:cNvPr id="34" name="SK-11-img-33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581549" y="4987264"/>
            <a:ext cx="571500" cy="66675"/>
          </a:xfrm>
          <a:prstGeom prst="rect">
            <a:avLst/>
          </a:prstGeom>
        </p:spPr>
      </p:pic>
      <p:pic>
        <p:nvPicPr>
          <p:cNvPr id="35" name="SK-11-img-34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581549" y="4987264"/>
            <a:ext cx="39886" cy="66675"/>
          </a:xfrm>
          <a:prstGeom prst="rect">
            <a:avLst/>
          </a:prstGeom>
        </p:spPr>
      </p:pic>
      <p:pic>
        <p:nvPicPr>
          <p:cNvPr id="36" name="SK-11-img-35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248299" y="4715504"/>
            <a:ext cx="1258937" cy="610344"/>
          </a:xfrm>
          <a:prstGeom prst="rect">
            <a:avLst/>
          </a:prstGeom>
        </p:spPr>
      </p:pic>
      <p:pic>
        <p:nvPicPr>
          <p:cNvPr id="37" name="SK-11-img-36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71500" y="5325848"/>
            <a:ext cx="1646188" cy="965895"/>
          </a:xfrm>
          <a:prstGeom prst="rect">
            <a:avLst/>
          </a:prstGeom>
        </p:spPr>
      </p:pic>
      <p:pic>
        <p:nvPicPr>
          <p:cNvPr id="38" name="SK-11-img-37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217688" y="5325848"/>
            <a:ext cx="1268611" cy="965895"/>
          </a:xfrm>
          <a:prstGeom prst="rect">
            <a:avLst/>
          </a:prstGeom>
        </p:spPr>
      </p:pic>
      <p:pic>
        <p:nvPicPr>
          <p:cNvPr id="39" name="SK-11-img-38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486299" y="5325848"/>
            <a:ext cx="762000" cy="965895"/>
          </a:xfrm>
          <a:prstGeom prst="rect">
            <a:avLst/>
          </a:prstGeom>
        </p:spPr>
      </p:pic>
      <p:pic>
        <p:nvPicPr>
          <p:cNvPr id="40" name="SK-11-img-39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581549" y="5775458"/>
            <a:ext cx="571500" cy="66675"/>
          </a:xfrm>
          <a:prstGeom prst="rect">
            <a:avLst/>
          </a:prstGeom>
        </p:spPr>
      </p:pic>
      <p:pic>
        <p:nvPicPr>
          <p:cNvPr id="41" name="SK-11-img-40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581549" y="5775458"/>
            <a:ext cx="571500" cy="66675"/>
          </a:xfrm>
          <a:prstGeom prst="rect">
            <a:avLst/>
          </a:prstGeom>
        </p:spPr>
      </p:pic>
      <p:pic>
        <p:nvPicPr>
          <p:cNvPr id="42" name="SK-11-img-41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248299" y="5325848"/>
            <a:ext cx="1258937" cy="965895"/>
          </a:xfrm>
          <a:prstGeom prst="rect">
            <a:avLst/>
          </a:prstGeom>
        </p:spPr>
      </p:pic>
      <p:pic>
        <p:nvPicPr>
          <p:cNvPr id="43" name="SK-11-img-42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697736" y="1281593"/>
            <a:ext cx="5922764" cy="209550"/>
          </a:xfrm>
          <a:prstGeom prst="rect">
            <a:avLst/>
          </a:prstGeom>
        </p:spPr>
      </p:pic>
      <p:pic>
        <p:nvPicPr>
          <p:cNvPr id="44" name="SK-11-img-43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697736" y="1586393"/>
            <a:ext cx="5922764" cy="811411"/>
          </a:xfrm>
          <a:prstGeom prst="rect">
            <a:avLst/>
          </a:prstGeom>
        </p:spPr>
      </p:pic>
      <p:pic>
        <p:nvPicPr>
          <p:cNvPr id="45" name="SK-11-img-44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5812036" y="1681643"/>
            <a:ext cx="266700" cy="266700"/>
          </a:xfrm>
          <a:prstGeom prst="rect">
            <a:avLst/>
          </a:prstGeom>
        </p:spPr>
      </p:pic>
      <p:pic>
        <p:nvPicPr>
          <p:cNvPr id="46" name="SK-11-img-45" descr="preencoded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5850136" y="1737602"/>
            <a:ext cx="190500" cy="154781"/>
          </a:xfrm>
          <a:prstGeom prst="rect">
            <a:avLst/>
          </a:prstGeom>
        </p:spPr>
      </p:pic>
      <p:pic>
        <p:nvPicPr>
          <p:cNvPr id="47" name="SK-11-img-46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6173986" y="2121579"/>
            <a:ext cx="1596628" cy="176213"/>
          </a:xfrm>
          <a:prstGeom prst="rect">
            <a:avLst/>
          </a:prstGeom>
        </p:spPr>
      </p:pic>
      <p:pic>
        <p:nvPicPr>
          <p:cNvPr id="48" name="SK-11-img-47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697736" y="2474004"/>
            <a:ext cx="5922764" cy="811411"/>
          </a:xfrm>
          <a:prstGeom prst="rect">
            <a:avLst/>
          </a:prstGeom>
        </p:spPr>
      </p:pic>
      <p:pic>
        <p:nvPicPr>
          <p:cNvPr id="49" name="SK-11-img-48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5812036" y="2569254"/>
            <a:ext cx="266700" cy="266700"/>
          </a:xfrm>
          <a:prstGeom prst="rect">
            <a:avLst/>
          </a:prstGeom>
        </p:spPr>
      </p:pic>
      <p:pic>
        <p:nvPicPr>
          <p:cNvPr id="50" name="SK-11-img-49" descr="preencoded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5850136" y="2625213"/>
            <a:ext cx="190500" cy="154781"/>
          </a:xfrm>
          <a:prstGeom prst="rect">
            <a:avLst/>
          </a:prstGeom>
        </p:spPr>
      </p:pic>
      <p:pic>
        <p:nvPicPr>
          <p:cNvPr id="51" name="SK-11-img-50" descr="preencoded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173986" y="3009190"/>
            <a:ext cx="2263378" cy="176213"/>
          </a:xfrm>
          <a:prstGeom prst="rect">
            <a:avLst/>
          </a:prstGeom>
        </p:spPr>
      </p:pic>
      <p:pic>
        <p:nvPicPr>
          <p:cNvPr id="52" name="SK-11-img-51" descr="preencoded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5697736" y="3361615"/>
            <a:ext cx="5922764" cy="811411"/>
          </a:xfrm>
          <a:prstGeom prst="rect">
            <a:avLst/>
          </a:prstGeom>
        </p:spPr>
      </p:pic>
      <p:pic>
        <p:nvPicPr>
          <p:cNvPr id="53" name="SK-11-img-52" descr="preencoded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5812036" y="3456865"/>
            <a:ext cx="266700" cy="266700"/>
          </a:xfrm>
          <a:prstGeom prst="rect">
            <a:avLst/>
          </a:prstGeom>
        </p:spPr>
      </p:pic>
      <p:pic>
        <p:nvPicPr>
          <p:cNvPr id="54" name="SK-11-img-53" descr="preencoded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5850136" y="3512824"/>
            <a:ext cx="190500" cy="154781"/>
          </a:xfrm>
          <a:prstGeom prst="rect">
            <a:avLst/>
          </a:prstGeom>
        </p:spPr>
      </p:pic>
      <p:pic>
        <p:nvPicPr>
          <p:cNvPr id="55" name="SK-11-img-54" descr="preencoded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6173986" y="3896801"/>
            <a:ext cx="1472803" cy="176213"/>
          </a:xfrm>
          <a:prstGeom prst="rect">
            <a:avLst/>
          </a:prstGeom>
        </p:spPr>
      </p:pic>
      <p:pic>
        <p:nvPicPr>
          <p:cNvPr id="56" name="SK-11-img-55" descr="preencoded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5697736" y="4249226"/>
            <a:ext cx="5922764" cy="811411"/>
          </a:xfrm>
          <a:prstGeom prst="rect">
            <a:avLst/>
          </a:prstGeom>
        </p:spPr>
      </p:pic>
      <p:pic>
        <p:nvPicPr>
          <p:cNvPr id="57" name="SK-11-img-56" descr="preencoded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5812036" y="4344476"/>
            <a:ext cx="266700" cy="266700"/>
          </a:xfrm>
          <a:prstGeom prst="rect">
            <a:avLst/>
          </a:prstGeom>
        </p:spPr>
      </p:pic>
      <p:pic>
        <p:nvPicPr>
          <p:cNvPr id="58" name="SK-11-img-57" descr="preencoded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5850136" y="4400435"/>
            <a:ext cx="190500" cy="154781"/>
          </a:xfrm>
          <a:prstGeom prst="rect">
            <a:avLst/>
          </a:prstGeom>
        </p:spPr>
      </p:pic>
      <p:pic>
        <p:nvPicPr>
          <p:cNvPr id="59" name="SK-11-img-58" descr="preencoded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6173986" y="4784412"/>
            <a:ext cx="1749028" cy="176213"/>
          </a:xfrm>
          <a:prstGeom prst="rect">
            <a:avLst/>
          </a:prstGeom>
        </p:spPr>
      </p:pic>
      <p:pic>
        <p:nvPicPr>
          <p:cNvPr id="60" name="SK-11-img-59" descr="preencoded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5697736" y="5136837"/>
            <a:ext cx="5922764" cy="811411"/>
          </a:xfrm>
          <a:prstGeom prst="rect">
            <a:avLst/>
          </a:prstGeom>
        </p:spPr>
      </p:pic>
      <p:pic>
        <p:nvPicPr>
          <p:cNvPr id="61" name="SK-11-img-60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5812036" y="5232087"/>
            <a:ext cx="266700" cy="266700"/>
          </a:xfrm>
          <a:prstGeom prst="rect">
            <a:avLst/>
          </a:prstGeom>
        </p:spPr>
      </p:pic>
      <p:pic>
        <p:nvPicPr>
          <p:cNvPr id="62" name="SK-11-img-61" descr="preencoded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5850136" y="5288046"/>
            <a:ext cx="190500" cy="154781"/>
          </a:xfrm>
          <a:prstGeom prst="rect">
            <a:avLst/>
          </a:prstGeom>
        </p:spPr>
      </p:pic>
      <p:pic>
        <p:nvPicPr>
          <p:cNvPr id="63" name="SK-11-img-62" descr="preencoded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6173986" y="5672023"/>
            <a:ext cx="2491978" cy="176213"/>
          </a:xfrm>
          <a:prstGeom prst="rect">
            <a:avLst/>
          </a:prstGeom>
        </p:spPr>
      </p:pic>
      <p:sp>
        <p:nvSpPr>
          <p:cNvPr id="64" name="SK-11-text-63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65" name="SK-11-text-64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B-3. AI Use Case 분석: 현재 활용과 구조적 문제</a:t>
            </a:r>
            <a:endParaRPr lang="en-US" sz="2550" dirty="0"/>
          </a:p>
        </p:txBody>
      </p:sp>
      <p:sp>
        <p:nvSpPr>
          <p:cNvPr id="66" name="SK-11-text-65"/>
          <p:cNvSpPr/>
          <p:nvPr/>
        </p:nvSpPr>
        <p:spPr>
          <a:xfrm>
            <a:off x="571500" y="1281593"/>
            <a:ext cx="5011936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kern="0" spc="58" dirty="0">
                <a:solidFill>
                  <a:srgbClr val="9CA3AF"/>
                </a:solidFill>
              </a:rPr>
              <a:t>현재 AI 활용 현황 (07_AI_INFRA_COST)</a:t>
            </a:r>
            <a:endParaRPr lang="en-US" sz="900" dirty="0"/>
          </a:p>
        </p:txBody>
      </p:sp>
      <p:sp>
        <p:nvSpPr>
          <p:cNvPr id="67" name="SK-11-text-66"/>
          <p:cNvSpPr/>
          <p:nvPr/>
        </p:nvSpPr>
        <p:spPr>
          <a:xfrm>
            <a:off x="666750" y="1586393"/>
            <a:ext cx="153188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용도</a:t>
            </a:r>
            <a:endParaRPr lang="en-US" sz="900" dirty="0"/>
          </a:p>
        </p:txBody>
      </p:sp>
      <p:sp>
        <p:nvSpPr>
          <p:cNvPr id="68" name="SK-11-text-67"/>
          <p:cNvSpPr/>
          <p:nvPr/>
        </p:nvSpPr>
        <p:spPr>
          <a:xfrm>
            <a:off x="2312938" y="1586393"/>
            <a:ext cx="151381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비용 (W33)</a:t>
            </a:r>
            <a:endParaRPr lang="en-US" sz="900" dirty="0"/>
          </a:p>
        </p:txBody>
      </p:sp>
      <p:sp>
        <p:nvSpPr>
          <p:cNvPr id="69" name="SK-11-text-68"/>
          <p:cNvSpPr/>
          <p:nvPr/>
        </p:nvSpPr>
        <p:spPr>
          <a:xfrm>
            <a:off x="3581549" y="1586393"/>
            <a:ext cx="647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비중</a:t>
            </a:r>
            <a:endParaRPr lang="en-US" sz="900" dirty="0"/>
          </a:p>
        </p:txBody>
      </p:sp>
      <p:sp>
        <p:nvSpPr>
          <p:cNvPr id="70" name="SK-11-text-69"/>
          <p:cNvSpPr/>
          <p:nvPr/>
        </p:nvSpPr>
        <p:spPr>
          <a:xfrm>
            <a:off x="4343549" y="1586393"/>
            <a:ext cx="114463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</a:t>
            </a:r>
            <a:endParaRPr lang="en-US" sz="900" dirty="0"/>
          </a:p>
        </p:txBody>
      </p:sp>
      <p:sp>
        <p:nvSpPr>
          <p:cNvPr id="71" name="SK-11-text-70"/>
          <p:cNvSpPr/>
          <p:nvPr/>
        </p:nvSpPr>
        <p:spPr>
          <a:xfrm>
            <a:off x="666750" y="1891193"/>
            <a:ext cx="1455688" cy="96574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에이전트 (코드생성·리뷰)</a:t>
            </a:r>
            <a:endParaRPr lang="en-US" sz="975" dirty="0"/>
          </a:p>
        </p:txBody>
      </p:sp>
      <p:sp>
        <p:nvSpPr>
          <p:cNvPr id="72" name="SK-11-text-71"/>
          <p:cNvSpPr/>
          <p:nvPr/>
        </p:nvSpPr>
        <p:spPr>
          <a:xfrm>
            <a:off x="2312938" y="1891193"/>
            <a:ext cx="1154311" cy="96574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54.5백만</a:t>
            </a:r>
            <a:endParaRPr lang="en-US" sz="975" dirty="0"/>
          </a:p>
        </p:txBody>
      </p:sp>
      <p:sp>
        <p:nvSpPr>
          <p:cNvPr id="73" name="SK-11-textBg-72"/>
          <p:cNvSpPr/>
          <p:nvPr/>
        </p:nvSpPr>
        <p:spPr>
          <a:xfrm>
            <a:off x="4343549" y="2290648"/>
            <a:ext cx="857250" cy="176213"/>
          </a:xfrm>
          <a:prstGeom prst="roundRect">
            <a:avLst>
              <a:gd name="adj" fmla="val 10811"/>
            </a:avLst>
          </a:prstGeom>
          <a:solidFill>
            <a:srgbClr val="EFF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K-11-text-73"/>
          <p:cNvSpPr/>
          <p:nvPr/>
        </p:nvSpPr>
        <p:spPr>
          <a:xfrm>
            <a:off x="4391174" y="2290648"/>
            <a:ext cx="894080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dirty="0">
                <a:solidFill>
                  <a:srgbClr val="005AEE"/>
                </a:solidFill>
              </a:rPr>
              <a:t>코드 자동 생성</a:t>
            </a:r>
            <a:endParaRPr lang="en-US" sz="825" dirty="0"/>
          </a:p>
        </p:txBody>
      </p:sp>
      <p:sp>
        <p:nvSpPr>
          <p:cNvPr id="75" name="SK-11-text-74"/>
          <p:cNvSpPr/>
          <p:nvPr/>
        </p:nvSpPr>
        <p:spPr>
          <a:xfrm>
            <a:off x="666750" y="2856939"/>
            <a:ext cx="1455688" cy="96574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Automation (자동보고·회귀시뮬)</a:t>
            </a:r>
            <a:endParaRPr lang="en-US" sz="975" dirty="0"/>
          </a:p>
        </p:txBody>
      </p:sp>
      <p:sp>
        <p:nvSpPr>
          <p:cNvPr id="76" name="SK-11-text-75"/>
          <p:cNvSpPr/>
          <p:nvPr/>
        </p:nvSpPr>
        <p:spPr>
          <a:xfrm>
            <a:off x="2312938" y="2856939"/>
            <a:ext cx="1154311" cy="96574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30.8백만</a:t>
            </a:r>
            <a:endParaRPr lang="en-US" sz="975" dirty="0"/>
          </a:p>
        </p:txBody>
      </p:sp>
      <p:sp>
        <p:nvSpPr>
          <p:cNvPr id="77" name="SK-11-text-76"/>
          <p:cNvSpPr/>
          <p:nvPr/>
        </p:nvSpPr>
        <p:spPr>
          <a:xfrm>
            <a:off x="4391174" y="3173050"/>
            <a:ext cx="973187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dirty="0">
                <a:solidFill>
                  <a:srgbClr val="005AEE"/>
                </a:solidFill>
                <a:highlight>
                  <a:srgbClr val="EFF6FF"/>
                </a:highlight>
              </a:rPr>
              <a:t>주간보고·회귀테스트</a:t>
            </a:r>
            <a:endParaRPr lang="en-US" sz="825" dirty="0"/>
          </a:p>
        </p:txBody>
      </p:sp>
      <p:sp>
        <p:nvSpPr>
          <p:cNvPr id="78" name="SK-11-text-77"/>
          <p:cNvSpPr/>
          <p:nvPr/>
        </p:nvSpPr>
        <p:spPr>
          <a:xfrm>
            <a:off x="666750" y="3822684"/>
            <a:ext cx="1531888" cy="8928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원격 인식 추론</a:t>
            </a:r>
            <a:endParaRPr lang="en-US" sz="975" dirty="0"/>
          </a:p>
        </p:txBody>
      </p:sp>
      <p:sp>
        <p:nvSpPr>
          <p:cNvPr id="79" name="SK-11-text-78"/>
          <p:cNvSpPr/>
          <p:nvPr/>
        </p:nvSpPr>
        <p:spPr>
          <a:xfrm>
            <a:off x="2312938" y="3822684"/>
            <a:ext cx="1154311" cy="8928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24.9백만</a:t>
            </a:r>
            <a:endParaRPr lang="en-US" sz="975" dirty="0"/>
          </a:p>
        </p:txBody>
      </p:sp>
      <p:sp>
        <p:nvSpPr>
          <p:cNvPr id="80" name="SK-11-text-79"/>
          <p:cNvSpPr/>
          <p:nvPr/>
        </p:nvSpPr>
        <p:spPr>
          <a:xfrm>
            <a:off x="4391174" y="4102332"/>
            <a:ext cx="973187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dirty="0">
                <a:solidFill>
                  <a:srgbClr val="005AEE"/>
                </a:solidFill>
                <a:highlight>
                  <a:srgbClr val="EFF6FF"/>
                </a:highlight>
              </a:rPr>
              <a:t>VLM 객체 인식 (클라우드)</a:t>
            </a:r>
            <a:endParaRPr lang="en-US" sz="825" dirty="0"/>
          </a:p>
        </p:txBody>
      </p:sp>
      <p:sp>
        <p:nvSpPr>
          <p:cNvPr id="81" name="SK-11-text-80"/>
          <p:cNvSpPr/>
          <p:nvPr/>
        </p:nvSpPr>
        <p:spPr>
          <a:xfrm>
            <a:off x="666750" y="4715504"/>
            <a:ext cx="2309913" cy="6103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Assistance (문서초안)</a:t>
            </a:r>
            <a:endParaRPr lang="en-US" sz="975" dirty="0"/>
          </a:p>
        </p:txBody>
      </p:sp>
      <p:sp>
        <p:nvSpPr>
          <p:cNvPr id="82" name="SK-11-text-81"/>
          <p:cNvSpPr/>
          <p:nvPr/>
        </p:nvSpPr>
        <p:spPr>
          <a:xfrm>
            <a:off x="2312938" y="4715504"/>
            <a:ext cx="1154311" cy="6103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8.2백만</a:t>
            </a:r>
            <a:endParaRPr lang="en-US" sz="975" dirty="0"/>
          </a:p>
        </p:txBody>
      </p:sp>
      <p:sp>
        <p:nvSpPr>
          <p:cNvPr id="83" name="SK-11-textBg-82"/>
          <p:cNvSpPr/>
          <p:nvPr/>
        </p:nvSpPr>
        <p:spPr>
          <a:xfrm>
            <a:off x="4343549" y="4937258"/>
            <a:ext cx="857250" cy="176213"/>
          </a:xfrm>
          <a:prstGeom prst="roundRect">
            <a:avLst>
              <a:gd name="adj" fmla="val 10811"/>
            </a:avLst>
          </a:prstGeom>
          <a:solidFill>
            <a:srgbClr val="EFF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SK-11-text-83"/>
          <p:cNvSpPr/>
          <p:nvPr/>
        </p:nvSpPr>
        <p:spPr>
          <a:xfrm>
            <a:off x="4391174" y="4937258"/>
            <a:ext cx="894080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dirty="0">
                <a:solidFill>
                  <a:srgbClr val="005AEE"/>
                </a:solidFill>
              </a:rPr>
              <a:t>문서 초안 작성</a:t>
            </a:r>
            <a:endParaRPr lang="en-US" sz="825" dirty="0"/>
          </a:p>
        </p:txBody>
      </p:sp>
      <p:sp>
        <p:nvSpPr>
          <p:cNvPr id="85" name="SK-11-text-84"/>
          <p:cNvSpPr/>
          <p:nvPr/>
        </p:nvSpPr>
        <p:spPr>
          <a:xfrm>
            <a:off x="666750" y="5725452"/>
            <a:ext cx="3733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총계</a:t>
            </a:r>
            <a:endParaRPr lang="en-US" sz="975" dirty="0"/>
          </a:p>
        </p:txBody>
      </p:sp>
      <p:sp>
        <p:nvSpPr>
          <p:cNvPr id="86" name="SK-11-text-85"/>
          <p:cNvSpPr/>
          <p:nvPr/>
        </p:nvSpPr>
        <p:spPr>
          <a:xfrm>
            <a:off x="2312938" y="5632583"/>
            <a:ext cx="1057275" cy="3381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118.4백만/주 · 누적 21.4억</a:t>
            </a:r>
            <a:endParaRPr lang="en-US" sz="975" dirty="0"/>
          </a:p>
        </p:txBody>
      </p:sp>
      <p:sp>
        <p:nvSpPr>
          <p:cNvPr id="87" name="SK-11-textBg-86"/>
          <p:cNvSpPr/>
          <p:nvPr/>
        </p:nvSpPr>
        <p:spPr>
          <a:xfrm>
            <a:off x="4343549" y="5725452"/>
            <a:ext cx="847725" cy="176213"/>
          </a:xfrm>
          <a:prstGeom prst="roundRect">
            <a:avLst>
              <a:gd name="adj" fmla="val 10811"/>
            </a:avLst>
          </a:prstGeom>
          <a:solidFill>
            <a:srgbClr val="FEF2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SK-11-text-87"/>
          <p:cNvSpPr/>
          <p:nvPr/>
        </p:nvSpPr>
        <p:spPr>
          <a:xfrm>
            <a:off x="4391174" y="5725452"/>
            <a:ext cx="1153231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dirty="0">
                <a:solidFill>
                  <a:srgbClr val="EF4444"/>
                </a:solidFill>
              </a:rPr>
              <a:t>예산 89% 소진</a:t>
            </a:r>
            <a:endParaRPr lang="en-US" sz="825" dirty="0"/>
          </a:p>
        </p:txBody>
      </p:sp>
      <p:sp>
        <p:nvSpPr>
          <p:cNvPr id="89" name="SK-11-text-88"/>
          <p:cNvSpPr/>
          <p:nvPr/>
        </p:nvSpPr>
        <p:spPr>
          <a:xfrm>
            <a:off x="5740182" y="6051433"/>
            <a:ext cx="1199817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출처: `07_ai_infra_cost`</a:t>
            </a:r>
            <a:endParaRPr lang="en-US" sz="900" dirty="0"/>
          </a:p>
        </p:txBody>
      </p:sp>
      <p:sp>
        <p:nvSpPr>
          <p:cNvPr id="90" name="SK-11-text-89"/>
          <p:cNvSpPr/>
          <p:nvPr/>
        </p:nvSpPr>
        <p:spPr>
          <a:xfrm>
            <a:off x="5697736" y="1281593"/>
            <a:ext cx="5998964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kern="0" spc="58" dirty="0">
                <a:solidFill>
                  <a:srgbClr val="9CA3AF"/>
                </a:solidFill>
              </a:rPr>
              <a:t>AI 활용의 구조적 문제</a:t>
            </a:r>
            <a:endParaRPr lang="en-US" sz="900" dirty="0"/>
          </a:p>
        </p:txBody>
      </p:sp>
      <p:sp>
        <p:nvSpPr>
          <p:cNvPr id="91" name="SK-11-text-90"/>
          <p:cNvSpPr/>
          <p:nvPr/>
        </p:nvSpPr>
        <p:spPr>
          <a:xfrm>
            <a:off x="6173986" y="1681643"/>
            <a:ext cx="5408414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"자동화"만 있고 "판단"이 없다</a:t>
            </a:r>
            <a:endParaRPr lang="en-US" sz="1050" dirty="0"/>
          </a:p>
        </p:txBody>
      </p:sp>
      <p:sp>
        <p:nvSpPr>
          <p:cNvPr id="92" name="SK-11-text-91"/>
          <p:cNvSpPr/>
          <p:nvPr/>
        </p:nvSpPr>
        <p:spPr>
          <a:xfrm>
            <a:off x="6173986" y="1900718"/>
            <a:ext cx="5408414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보고서를 생성하지만, 내용의 타당성을 검증하지 않음</a:t>
            </a:r>
            <a:endParaRPr lang="en-US" sz="975" dirty="0"/>
          </a:p>
        </p:txBody>
      </p:sp>
      <p:sp>
        <p:nvSpPr>
          <p:cNvPr id="93" name="SK-11-text-92"/>
          <p:cNvSpPr/>
          <p:nvPr/>
        </p:nvSpPr>
        <p:spPr>
          <a:xfrm>
            <a:off x="6221611" y="2121579"/>
            <a:ext cx="2361967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EF4444"/>
                </a:solidFill>
              </a:rPr>
              <a:t>→ 16주 "전 지표 정상" 반복</a:t>
            </a:r>
            <a:endParaRPr lang="en-US" sz="825" dirty="0"/>
          </a:p>
        </p:txBody>
      </p:sp>
      <p:sp>
        <p:nvSpPr>
          <p:cNvPr id="94" name="SK-11-text-93"/>
          <p:cNvSpPr/>
          <p:nvPr/>
        </p:nvSpPr>
        <p:spPr>
          <a:xfrm>
            <a:off x="6173986" y="2569254"/>
            <a:ext cx="5408414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참조 범위가 제한적</a:t>
            </a:r>
            <a:endParaRPr lang="en-US" sz="1050" dirty="0"/>
          </a:p>
        </p:txBody>
      </p:sp>
      <p:sp>
        <p:nvSpPr>
          <p:cNvPr id="95" name="SK-11-text-94"/>
          <p:cNvSpPr/>
          <p:nvPr/>
        </p:nvSpPr>
        <p:spPr>
          <a:xfrm>
            <a:off x="6173986" y="2788329"/>
            <a:ext cx="6018014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pm-assistant가 SC-01~08만 참조. 파일럿·편익 미참조</a:t>
            </a:r>
            <a:endParaRPr lang="en-US" sz="975" dirty="0"/>
          </a:p>
        </p:txBody>
      </p:sp>
      <p:sp>
        <p:nvSpPr>
          <p:cNvPr id="96" name="SK-11-text-95"/>
          <p:cNvSpPr/>
          <p:nvPr/>
        </p:nvSpPr>
        <p:spPr>
          <a:xfrm>
            <a:off x="6221611" y="3009190"/>
            <a:ext cx="2966733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EF4444"/>
                </a:solidFill>
              </a:rPr>
              <a:t>→ "해당 지표는 제 참조 목록에 없습니다"</a:t>
            </a:r>
            <a:endParaRPr lang="en-US" sz="825" dirty="0"/>
          </a:p>
        </p:txBody>
      </p:sp>
      <p:sp>
        <p:nvSpPr>
          <p:cNvPr id="97" name="SK-11-text-96"/>
          <p:cNvSpPr/>
          <p:nvPr/>
        </p:nvSpPr>
        <p:spPr>
          <a:xfrm>
            <a:off x="6173986" y="3456865"/>
            <a:ext cx="5408414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검토 루프 부재</a:t>
            </a:r>
            <a:endParaRPr lang="en-US" sz="1050" dirty="0"/>
          </a:p>
        </p:txBody>
      </p:sp>
      <p:sp>
        <p:nvSpPr>
          <p:cNvPr id="98" name="SK-11-text-97"/>
          <p:cNvSpPr/>
          <p:nvPr/>
        </p:nvSpPr>
        <p:spPr>
          <a:xfrm>
            <a:off x="6173986" y="3675940"/>
            <a:ext cx="5408414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생성 → 자동 배포. 검토자·서명자 없음</a:t>
            </a:r>
            <a:endParaRPr lang="en-US" sz="975" dirty="0"/>
          </a:p>
        </p:txBody>
      </p:sp>
      <p:sp>
        <p:nvSpPr>
          <p:cNvPr id="99" name="SK-11-text-98"/>
          <p:cNvSpPr/>
          <p:nvPr/>
        </p:nvSpPr>
        <p:spPr>
          <a:xfrm>
            <a:off x="6221611" y="3896801"/>
            <a:ext cx="1840181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EF4444"/>
                </a:solidFill>
              </a:rPr>
              <a:t>→ 잘못된 정보가 무한 전파</a:t>
            </a:r>
            <a:endParaRPr lang="en-US" sz="825" dirty="0"/>
          </a:p>
        </p:txBody>
      </p:sp>
      <p:sp>
        <p:nvSpPr>
          <p:cNvPr id="100" name="SK-11-text-99"/>
          <p:cNvSpPr/>
          <p:nvPr/>
        </p:nvSpPr>
        <p:spPr>
          <a:xfrm>
            <a:off x="6173986" y="4344476"/>
            <a:ext cx="5408414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관리 없는 운영</a:t>
            </a:r>
            <a:endParaRPr lang="en-US" sz="1050" dirty="0"/>
          </a:p>
        </p:txBody>
      </p:sp>
      <p:sp>
        <p:nvSpPr>
          <p:cNvPr id="101" name="SK-11-text-100"/>
          <p:cNvSpPr/>
          <p:nvPr/>
        </p:nvSpPr>
        <p:spPr>
          <a:xfrm>
            <a:off x="6173986" y="4563551"/>
            <a:ext cx="6018014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VLM 최고티어 단일 고정, 엣지캐시 미적용, 프레임 전량 업로드</a:t>
            </a:r>
            <a:endParaRPr lang="en-US" sz="975" dirty="0"/>
          </a:p>
        </p:txBody>
      </p:sp>
      <p:sp>
        <p:nvSpPr>
          <p:cNvPr id="102" name="SK-11-text-101"/>
          <p:cNvSpPr/>
          <p:nvPr/>
        </p:nvSpPr>
        <p:spPr>
          <a:xfrm>
            <a:off x="6221611" y="4784412"/>
            <a:ext cx="3246410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EF4444"/>
                </a:solidFill>
              </a:rPr>
              <a:t>→ 예산 89% 소진 (21.4/24억)</a:t>
            </a:r>
            <a:endParaRPr lang="en-US" sz="825" dirty="0"/>
          </a:p>
        </p:txBody>
      </p:sp>
      <p:sp>
        <p:nvSpPr>
          <p:cNvPr id="103" name="SK-11-text-102"/>
          <p:cNvSpPr/>
          <p:nvPr/>
        </p:nvSpPr>
        <p:spPr>
          <a:xfrm>
            <a:off x="6173986" y="5232087"/>
            <a:ext cx="5408414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크로스체크 부재</a:t>
            </a:r>
            <a:endParaRPr lang="en-US" sz="1050" dirty="0"/>
          </a:p>
        </p:txBody>
      </p:sp>
      <p:sp>
        <p:nvSpPr>
          <p:cNvPr id="104" name="SK-11-text-103"/>
          <p:cNvSpPr/>
          <p:nvPr/>
        </p:nvSpPr>
        <p:spPr>
          <a:xfrm>
            <a:off x="6173986" y="5451162"/>
            <a:ext cx="5408414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 지표와 원자료를 대조하지 않음</a:t>
            </a:r>
            <a:endParaRPr lang="en-US" sz="975" dirty="0"/>
          </a:p>
        </p:txBody>
      </p:sp>
      <p:sp>
        <p:nvSpPr>
          <p:cNvPr id="105" name="SK-11-text-104"/>
          <p:cNvSpPr/>
          <p:nvPr/>
        </p:nvSpPr>
        <p:spPr>
          <a:xfrm>
            <a:off x="6221611" y="5672023"/>
            <a:ext cx="4590706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EF4444"/>
                </a:solidFill>
              </a:rPr>
              <a:t>→ SC-03 93.4% vs 실제 58.6% 괴리 미감지</a:t>
            </a:r>
            <a:endParaRPr lang="en-US" sz="825" dirty="0"/>
          </a:p>
        </p:txBody>
      </p:sp>
      <p:pic>
        <p:nvPicPr>
          <p:cNvPr id="106" name="SK-12-img-21" descr="preencoded.png">
            <a:extLst>
              <a:ext uri="{FF2B5EF4-FFF2-40B4-BE49-F238E27FC236}">
                <a16:creationId xmlns:a16="http://schemas.microsoft.com/office/drawing/2014/main" id="{4808163A-71E4-B3A5-5D0C-F47C28C5199A}"/>
              </a:ext>
            </a:extLst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571500" y="6332946"/>
            <a:ext cx="11049000" cy="404813"/>
          </a:xfrm>
          <a:prstGeom prst="rect">
            <a:avLst/>
          </a:prstGeom>
        </p:spPr>
      </p:pic>
      <p:pic>
        <p:nvPicPr>
          <p:cNvPr id="107" name="SK-12-img-22" descr="preencoded.png">
            <a:extLst>
              <a:ext uri="{FF2B5EF4-FFF2-40B4-BE49-F238E27FC236}">
                <a16:creationId xmlns:a16="http://schemas.microsoft.com/office/drawing/2014/main" id="{2020177D-BCE2-8F0B-73E5-AB172ECB961F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762000" y="6459152"/>
            <a:ext cx="190500" cy="152400"/>
          </a:xfrm>
          <a:prstGeom prst="rect">
            <a:avLst/>
          </a:prstGeom>
        </p:spPr>
      </p:pic>
      <p:sp>
        <p:nvSpPr>
          <p:cNvPr id="108" name="SK-12-text-45">
            <a:extLst>
              <a:ext uri="{FF2B5EF4-FFF2-40B4-BE49-F238E27FC236}">
                <a16:creationId xmlns:a16="http://schemas.microsoft.com/office/drawing/2014/main" id="{A742B8F6-C587-A668-669B-4279B5FF628E}"/>
              </a:ext>
            </a:extLst>
          </p:cNvPr>
          <p:cNvSpPr/>
          <p:nvPr/>
        </p:nvSpPr>
        <p:spPr>
          <a:xfrm>
            <a:off x="1066800" y="6428196"/>
            <a:ext cx="108013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ko-KR" alt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</a:t>
            </a:r>
            <a:r>
              <a:rPr lang="en-US" altLang="ko-KR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Automation</a:t>
            </a:r>
            <a:r>
              <a:rPr lang="ko-KR" alt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 지원 </a:t>
            </a:r>
            <a:r>
              <a:rPr lang="en-US" altLang="ko-KR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Assistance </a:t>
            </a:r>
            <a:r>
              <a:rPr lang="ko-KR" alt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제한적 </a:t>
            </a:r>
            <a:r>
              <a:rPr lang="en-US" altLang="ko-KR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Augmentation ❌</a:t>
            </a:r>
            <a:endParaRPr lang="en-US" sz="11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SK-14-img-1" descr="preencoded.png">
            <a:extLst>
              <a:ext uri="{FF2B5EF4-FFF2-40B4-BE49-F238E27FC236}">
                <a16:creationId xmlns:a16="http://schemas.microsoft.com/office/drawing/2014/main" id="{02FD5D47-87E6-6617-D630-2823A61E5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0" name="SK-14-img-2" descr="preencoded.png">
            <a:extLst>
              <a:ext uri="{FF2B5EF4-FFF2-40B4-BE49-F238E27FC236}">
                <a16:creationId xmlns:a16="http://schemas.microsoft.com/office/drawing/2014/main" id="{6DE0CF14-B6E3-4195-EB49-20DEC69FA7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1" name="SK-14-img-3" descr="preencoded.png">
            <a:extLst>
              <a:ext uri="{FF2B5EF4-FFF2-40B4-BE49-F238E27FC236}">
                <a16:creationId xmlns:a16="http://schemas.microsoft.com/office/drawing/2014/main" id="{D945323A-E2FF-C1CB-C945-EC37348B76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62" name="SK-14-img-4" descr="preencoded.png">
            <a:extLst>
              <a:ext uri="{FF2B5EF4-FFF2-40B4-BE49-F238E27FC236}">
                <a16:creationId xmlns:a16="http://schemas.microsoft.com/office/drawing/2014/main" id="{86582A90-6BAE-890A-1380-AD23639660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sp>
        <p:nvSpPr>
          <p:cNvPr id="63" name="SK-14-text-29">
            <a:extLst>
              <a:ext uri="{FF2B5EF4-FFF2-40B4-BE49-F238E27FC236}">
                <a16:creationId xmlns:a16="http://schemas.microsoft.com/office/drawing/2014/main" id="{80451A82-7A1D-5E69-9618-D135D5FC969C}"/>
              </a:ext>
            </a:extLst>
          </p:cNvPr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64" name="SK-14-text-30">
            <a:extLst>
              <a:ext uri="{FF2B5EF4-FFF2-40B4-BE49-F238E27FC236}">
                <a16:creationId xmlns:a16="http://schemas.microsoft.com/office/drawing/2014/main" id="{3D1C853E-7C54-4032-21E7-A6BF82BDA75B}"/>
              </a:ext>
            </a:extLst>
          </p:cNvPr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Value-Driven AI Agent</a:t>
            </a:r>
            <a:endParaRPr lang="en-US" sz="2550" dirty="0"/>
          </a:p>
        </p:txBody>
      </p:sp>
      <p:sp>
        <p:nvSpPr>
          <p:cNvPr id="65" name="SK-14-text-31">
            <a:extLst>
              <a:ext uri="{FF2B5EF4-FFF2-40B4-BE49-F238E27FC236}">
                <a16:creationId xmlns:a16="http://schemas.microsoft.com/office/drawing/2014/main" id="{F5683869-BD11-5DA4-B610-983C2F1C8AE7}"/>
              </a:ext>
            </a:extLst>
          </p:cNvPr>
          <p:cNvSpPr/>
          <p:nvPr/>
        </p:nvSpPr>
        <p:spPr>
          <a:xfrm>
            <a:off x="571499" y="2039800"/>
            <a:ext cx="7066973" cy="1371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5400"/>
              </a:lnSpc>
              <a:buNone/>
            </a:pPr>
            <a:r>
              <a:rPr lang="en-US" sz="6400" b="1" kern="0" spc="-24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</a:t>
            </a:r>
            <a:r>
              <a:rPr lang="en-US" sz="6400" b="1" kern="0" spc="-240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Transformers</a:t>
            </a:r>
            <a:endParaRPr lang="en-US" sz="6400" dirty="0"/>
          </a:p>
        </p:txBody>
      </p:sp>
      <p:sp>
        <p:nvSpPr>
          <p:cNvPr id="66" name="SK-2-text-52">
            <a:extLst>
              <a:ext uri="{FF2B5EF4-FFF2-40B4-BE49-F238E27FC236}">
                <a16:creationId xmlns:a16="http://schemas.microsoft.com/office/drawing/2014/main" id="{BD7E1E13-BE50-20D5-CF3B-F95FF957AD26}"/>
              </a:ext>
            </a:extLst>
          </p:cNvPr>
          <p:cNvSpPr/>
          <p:nvPr/>
        </p:nvSpPr>
        <p:spPr>
          <a:xfrm>
            <a:off x="571499" y="3800771"/>
            <a:ext cx="1146810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PM</a:t>
            </a:r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의 인지를 확장하는 디지털 트윈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67" name="SK-2-text-52">
            <a:extLst>
              <a:ext uri="{FF2B5EF4-FFF2-40B4-BE49-F238E27FC236}">
                <a16:creationId xmlns:a16="http://schemas.microsoft.com/office/drawing/2014/main" id="{9A8BF6F6-D108-4856-FAD1-C70526315851}"/>
              </a:ext>
            </a:extLst>
          </p:cNvPr>
          <p:cNvSpPr/>
          <p:nvPr/>
        </p:nvSpPr>
        <p:spPr>
          <a:xfrm>
            <a:off x="571499" y="4124051"/>
            <a:ext cx="1146810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7</a:t>
            </a:r>
            <a:r>
              <a:rPr lang="ko-KR" altLang="en-US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개 도메인의 눈과 귀로 살피고</a:t>
            </a:r>
            <a:r>
              <a:rPr lang="en-US" altLang="ko-KR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프로젝트 가치로 통합 판단한다</a:t>
            </a:r>
            <a:r>
              <a:rPr lang="en-US" altLang="ko-KR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.</a:t>
            </a:r>
            <a:endParaRPr 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7933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2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2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2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12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12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04950"/>
            <a:ext cx="11049000" cy="4133850"/>
          </a:xfrm>
          <a:prstGeom prst="rect">
            <a:avLst/>
          </a:prstGeom>
        </p:spPr>
      </p:pic>
      <p:pic>
        <p:nvPicPr>
          <p:cNvPr id="7" name="SK-12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504950"/>
            <a:ext cx="3682901" cy="533400"/>
          </a:xfrm>
          <a:prstGeom prst="rect">
            <a:avLst/>
          </a:prstGeom>
        </p:spPr>
      </p:pic>
      <p:pic>
        <p:nvPicPr>
          <p:cNvPr id="8" name="SK-12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4401" y="1504950"/>
            <a:ext cx="3682901" cy="533400"/>
          </a:xfrm>
          <a:prstGeom prst="rect">
            <a:avLst/>
          </a:prstGeom>
        </p:spPr>
      </p:pic>
      <p:pic>
        <p:nvPicPr>
          <p:cNvPr id="9" name="SK-12-img-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7302" y="1504950"/>
            <a:ext cx="3683198" cy="533400"/>
          </a:xfrm>
          <a:prstGeom prst="rect">
            <a:avLst/>
          </a:prstGeom>
        </p:spPr>
      </p:pic>
      <p:pic>
        <p:nvPicPr>
          <p:cNvPr id="10" name="SK-12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2038350"/>
            <a:ext cx="3682901" cy="720030"/>
          </a:xfrm>
          <a:prstGeom prst="rect">
            <a:avLst/>
          </a:prstGeom>
        </p:spPr>
      </p:pic>
      <p:pic>
        <p:nvPicPr>
          <p:cNvPr id="11" name="SK-12-img-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4401" y="2038350"/>
            <a:ext cx="3682901" cy="720030"/>
          </a:xfrm>
          <a:prstGeom prst="rect">
            <a:avLst/>
          </a:prstGeom>
        </p:spPr>
      </p:pic>
      <p:pic>
        <p:nvPicPr>
          <p:cNvPr id="12" name="SK-12-img-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37302" y="2038350"/>
            <a:ext cx="3683198" cy="720030"/>
          </a:xfrm>
          <a:prstGeom prst="rect">
            <a:avLst/>
          </a:prstGeom>
        </p:spPr>
      </p:pic>
      <p:pic>
        <p:nvPicPr>
          <p:cNvPr id="13" name="SK-12-img-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02798" y="2322909"/>
            <a:ext cx="202406" cy="163711"/>
          </a:xfrm>
          <a:prstGeom prst="rect">
            <a:avLst/>
          </a:prstGeom>
        </p:spPr>
      </p:pic>
      <p:pic>
        <p:nvPicPr>
          <p:cNvPr id="14" name="SK-12-img-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2758380"/>
            <a:ext cx="3682901" cy="720030"/>
          </a:xfrm>
          <a:prstGeom prst="rect">
            <a:avLst/>
          </a:prstGeom>
        </p:spPr>
      </p:pic>
      <p:pic>
        <p:nvPicPr>
          <p:cNvPr id="15" name="SK-12-img-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4401" y="2758380"/>
            <a:ext cx="3682901" cy="720030"/>
          </a:xfrm>
          <a:prstGeom prst="rect">
            <a:avLst/>
          </a:prstGeom>
        </p:spPr>
      </p:pic>
      <p:pic>
        <p:nvPicPr>
          <p:cNvPr id="16" name="SK-12-img-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37302" y="2758380"/>
            <a:ext cx="3683198" cy="720030"/>
          </a:xfrm>
          <a:prstGeom prst="rect">
            <a:avLst/>
          </a:prstGeom>
        </p:spPr>
      </p:pic>
      <p:pic>
        <p:nvPicPr>
          <p:cNvPr id="17" name="SK-12-img-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02798" y="3042940"/>
            <a:ext cx="202406" cy="163711"/>
          </a:xfrm>
          <a:prstGeom prst="rect">
            <a:avLst/>
          </a:prstGeom>
        </p:spPr>
      </p:pic>
      <p:pic>
        <p:nvPicPr>
          <p:cNvPr id="18" name="SK-12-img-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3478411"/>
            <a:ext cx="3682901" cy="720030"/>
          </a:xfrm>
          <a:prstGeom prst="rect">
            <a:avLst/>
          </a:prstGeom>
        </p:spPr>
      </p:pic>
      <p:pic>
        <p:nvPicPr>
          <p:cNvPr id="19" name="SK-12-img-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54401" y="3478411"/>
            <a:ext cx="3682901" cy="720030"/>
          </a:xfrm>
          <a:prstGeom prst="rect">
            <a:avLst/>
          </a:prstGeom>
        </p:spPr>
      </p:pic>
      <p:pic>
        <p:nvPicPr>
          <p:cNvPr id="20" name="SK-12-img-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37302" y="3478411"/>
            <a:ext cx="3683198" cy="720030"/>
          </a:xfrm>
          <a:prstGeom prst="rect">
            <a:avLst/>
          </a:prstGeom>
        </p:spPr>
      </p:pic>
      <p:pic>
        <p:nvPicPr>
          <p:cNvPr id="21" name="SK-12-img-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02798" y="3762970"/>
            <a:ext cx="202406" cy="163711"/>
          </a:xfrm>
          <a:prstGeom prst="rect">
            <a:avLst/>
          </a:prstGeom>
        </p:spPr>
      </p:pic>
      <p:pic>
        <p:nvPicPr>
          <p:cNvPr id="22" name="SK-12-img-2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4198441"/>
            <a:ext cx="3682901" cy="720030"/>
          </a:xfrm>
          <a:prstGeom prst="rect">
            <a:avLst/>
          </a:prstGeom>
        </p:spPr>
      </p:pic>
      <p:pic>
        <p:nvPicPr>
          <p:cNvPr id="23" name="SK-12-img-2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4401" y="4198441"/>
            <a:ext cx="3682901" cy="720030"/>
          </a:xfrm>
          <a:prstGeom prst="rect">
            <a:avLst/>
          </a:prstGeom>
        </p:spPr>
      </p:pic>
      <p:pic>
        <p:nvPicPr>
          <p:cNvPr id="24" name="SK-12-img-2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37302" y="4198441"/>
            <a:ext cx="3683198" cy="720030"/>
          </a:xfrm>
          <a:prstGeom prst="rect">
            <a:avLst/>
          </a:prstGeom>
        </p:spPr>
      </p:pic>
      <p:pic>
        <p:nvPicPr>
          <p:cNvPr id="25" name="SK-12-img-2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02798" y="4483001"/>
            <a:ext cx="202406" cy="163711"/>
          </a:xfrm>
          <a:prstGeom prst="rect">
            <a:avLst/>
          </a:prstGeom>
        </p:spPr>
      </p:pic>
      <p:pic>
        <p:nvPicPr>
          <p:cNvPr id="26" name="SK-12-img-2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37302" y="4918472"/>
            <a:ext cx="3683198" cy="720328"/>
          </a:xfrm>
          <a:prstGeom prst="rect">
            <a:avLst/>
          </a:prstGeom>
        </p:spPr>
      </p:pic>
      <p:pic>
        <p:nvPicPr>
          <p:cNvPr id="27" name="SK-12-img-2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02798" y="5203180"/>
            <a:ext cx="202406" cy="163711"/>
          </a:xfrm>
          <a:prstGeom prst="rect">
            <a:avLst/>
          </a:prstGeom>
        </p:spPr>
      </p:pic>
      <p:pic>
        <p:nvPicPr>
          <p:cNvPr id="28" name="SK-12-img-2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5867400"/>
            <a:ext cx="11049000" cy="609600"/>
          </a:xfrm>
          <a:prstGeom prst="rect">
            <a:avLst/>
          </a:prstGeom>
        </p:spPr>
      </p:pic>
      <p:pic>
        <p:nvPicPr>
          <p:cNvPr id="29" name="SK-12-img-2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0100" y="6057900"/>
            <a:ext cx="285750" cy="228600"/>
          </a:xfrm>
          <a:prstGeom prst="rect">
            <a:avLst/>
          </a:prstGeom>
        </p:spPr>
      </p:pic>
      <p:sp>
        <p:nvSpPr>
          <p:cNvPr id="30" name="SK-12-text-29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1" name="SK-12-text-30"/>
          <p:cNvSpPr/>
          <p:nvPr/>
        </p:nvSpPr>
        <p:spPr>
          <a:xfrm>
            <a:off x="571500" y="733425"/>
            <a:ext cx="11210925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C-1. 문제-원인-해결 연결 맵</a:t>
            </a:r>
            <a:endParaRPr lang="en-US" sz="2550" dirty="0"/>
          </a:p>
        </p:txBody>
      </p:sp>
      <p:sp>
        <p:nvSpPr>
          <p:cNvPr id="32" name="SK-12-text-31"/>
          <p:cNvSpPr/>
          <p:nvPr/>
        </p:nvSpPr>
        <p:spPr>
          <a:xfrm>
            <a:off x="723900" y="1504950"/>
            <a:ext cx="345430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근본 원인 (Root Cause)</a:t>
            </a:r>
            <a:endParaRPr lang="en-US" sz="1200" dirty="0"/>
          </a:p>
        </p:txBody>
      </p:sp>
      <p:sp>
        <p:nvSpPr>
          <p:cNvPr id="33" name="SK-12-text-32"/>
          <p:cNvSpPr/>
          <p:nvPr/>
        </p:nvSpPr>
        <p:spPr>
          <a:xfrm>
            <a:off x="4406801" y="1504950"/>
            <a:ext cx="4437562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 방향 (Solution Direction)</a:t>
            </a:r>
            <a:endParaRPr lang="en-US" sz="1200" dirty="0"/>
          </a:p>
        </p:txBody>
      </p:sp>
      <p:sp>
        <p:nvSpPr>
          <p:cNvPr id="34" name="SK-12-text-33"/>
          <p:cNvSpPr/>
          <p:nvPr/>
        </p:nvSpPr>
        <p:spPr>
          <a:xfrm>
            <a:off x="8089702" y="1504950"/>
            <a:ext cx="4102298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</a:t>
            </a: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(PM Transformers)</a:t>
            </a:r>
            <a:endParaRPr lang="en-US" sz="1200" dirty="0"/>
          </a:p>
        </p:txBody>
      </p:sp>
      <p:sp>
        <p:nvSpPr>
          <p:cNvPr id="35" name="SK-12-text-34"/>
          <p:cNvSpPr/>
          <p:nvPr/>
        </p:nvSpPr>
        <p:spPr>
          <a:xfrm>
            <a:off x="723900" y="2038350"/>
            <a:ext cx="3459063" cy="7200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체계가 Output만 측정</a:t>
            </a:r>
            <a:endParaRPr lang="en-US" sz="1275" dirty="0"/>
          </a:p>
        </p:txBody>
      </p:sp>
      <p:sp>
        <p:nvSpPr>
          <p:cNvPr id="36" name="SK-12-text-35"/>
          <p:cNvSpPr/>
          <p:nvPr/>
        </p:nvSpPr>
        <p:spPr>
          <a:xfrm>
            <a:off x="4406801" y="2038350"/>
            <a:ext cx="3459063" cy="7200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Outcome(편익) 실시간 추적</a:t>
            </a:r>
            <a:endParaRPr lang="en-US" sz="1275" dirty="0"/>
          </a:p>
        </p:txBody>
      </p:sp>
      <p:sp>
        <p:nvSpPr>
          <p:cNvPr id="37" name="SK-12-text-36"/>
          <p:cNvSpPr/>
          <p:nvPr/>
        </p:nvSpPr>
        <p:spPr>
          <a:xfrm>
            <a:off x="8432602" y="2276921"/>
            <a:ext cx="3759398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1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North Star </a:t>
            </a:r>
            <a:r>
              <a:rPr lang="ko-KR" altLang="en-US" sz="11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가치서열 </a:t>
            </a:r>
            <a:r>
              <a:rPr lang="en-US" altLang="ko-KR" sz="11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</a:t>
            </a:r>
            <a:r>
              <a:rPr lang="en-US" sz="11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Signal Forge</a:t>
            </a:r>
          </a:p>
          <a:p>
            <a:pPr marL="0" indent="0">
              <a:lnSpc>
                <a:spcPts val="1913"/>
              </a:lnSpc>
              <a:buNone/>
            </a:pPr>
            <a:r>
              <a:rPr lang="en-US" sz="11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</a:rPr>
              <a:t>(Stakeholder Pulse / Cost Protector)</a:t>
            </a:r>
          </a:p>
        </p:txBody>
      </p:sp>
      <p:sp>
        <p:nvSpPr>
          <p:cNvPr id="38" name="SK-12-text-37"/>
          <p:cNvSpPr/>
          <p:nvPr/>
        </p:nvSpPr>
        <p:spPr>
          <a:xfrm>
            <a:off x="723900" y="2758380"/>
            <a:ext cx="3459063" cy="7200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보고서와 원자료의 괴리 미감지</a:t>
            </a:r>
            <a:endParaRPr lang="en-US" sz="1275" dirty="0"/>
          </a:p>
        </p:txBody>
      </p:sp>
      <p:sp>
        <p:nvSpPr>
          <p:cNvPr id="39" name="SK-12-text-38"/>
          <p:cNvSpPr/>
          <p:nvPr/>
        </p:nvSpPr>
        <p:spPr>
          <a:xfrm>
            <a:off x="4406801" y="2758380"/>
            <a:ext cx="3459063" cy="7200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크로스체크 + 이상 탐지</a:t>
            </a:r>
            <a:endParaRPr lang="en-US" sz="1275" dirty="0"/>
          </a:p>
        </p:txBody>
      </p:sp>
      <p:sp>
        <p:nvSpPr>
          <p:cNvPr id="40" name="SK-12-text-39"/>
          <p:cNvSpPr/>
          <p:nvPr/>
        </p:nvSpPr>
        <p:spPr>
          <a:xfrm>
            <a:off x="8432602" y="2996952"/>
            <a:ext cx="3759398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1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Signal Forge </a:t>
            </a:r>
            <a:r>
              <a:rPr lang="ko-KR" altLang="en-US" sz="11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교차검증 </a:t>
            </a:r>
            <a:endParaRPr lang="en-US" altLang="ko-KR" sz="1150" b="1" dirty="0">
              <a:solidFill>
                <a:srgbClr val="005AEE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>
              <a:lnSpc>
                <a:spcPts val="1913"/>
              </a:lnSpc>
              <a:buNone/>
            </a:pPr>
            <a:r>
              <a:rPr lang="en-US" altLang="ko-KR" sz="11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(Cost Protector / Change Guardian)</a:t>
            </a:r>
            <a:endParaRPr lang="en-US" sz="1150" dirty="0"/>
          </a:p>
        </p:txBody>
      </p:sp>
      <p:sp>
        <p:nvSpPr>
          <p:cNvPr id="41" name="SK-12-text-40"/>
          <p:cNvSpPr/>
          <p:nvPr/>
        </p:nvSpPr>
        <p:spPr>
          <a:xfrm>
            <a:off x="723900" y="3478411"/>
            <a:ext cx="3526718" cy="7200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통제 붕괴 (35건 비공식)</a:t>
            </a:r>
            <a:endParaRPr lang="en-US" sz="1275" dirty="0"/>
          </a:p>
        </p:txBody>
      </p:sp>
      <p:sp>
        <p:nvSpPr>
          <p:cNvPr id="42" name="SK-12-text-41"/>
          <p:cNvSpPr/>
          <p:nvPr/>
        </p:nvSpPr>
        <p:spPr>
          <a:xfrm>
            <a:off x="4406801" y="3478411"/>
            <a:ext cx="3645537" cy="7200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채널 감지 + CR 자동 생성</a:t>
            </a:r>
            <a:endParaRPr lang="en-US" sz="1275" dirty="0"/>
          </a:p>
        </p:txBody>
      </p:sp>
      <p:sp>
        <p:nvSpPr>
          <p:cNvPr id="43" name="SK-12-text-42"/>
          <p:cNvSpPr/>
          <p:nvPr/>
        </p:nvSpPr>
        <p:spPr>
          <a:xfrm>
            <a:off x="8432602" y="3716982"/>
            <a:ext cx="3759398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ko-KR" altLang="en-US" sz="11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거버넌스 에이전트 </a:t>
            </a:r>
            <a:endParaRPr lang="en-US" altLang="ko-KR" sz="1150" b="1" dirty="0">
              <a:solidFill>
                <a:srgbClr val="005AEE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>
              <a:lnSpc>
                <a:spcPts val="1913"/>
              </a:lnSpc>
              <a:buNone/>
            </a:pPr>
            <a:r>
              <a:rPr lang="en-US" sz="11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</a:rPr>
              <a:t>(Governance Watchdog / Change Guardian)</a:t>
            </a:r>
          </a:p>
        </p:txBody>
      </p:sp>
      <p:sp>
        <p:nvSpPr>
          <p:cNvPr id="44" name="SK-12-text-43"/>
          <p:cNvSpPr/>
          <p:nvPr/>
        </p:nvSpPr>
        <p:spPr>
          <a:xfrm>
            <a:off x="723900" y="4198441"/>
            <a:ext cx="3459063" cy="7200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리전 의사결정 불일치</a:t>
            </a:r>
            <a:endParaRPr lang="en-US" sz="1275" dirty="0"/>
          </a:p>
        </p:txBody>
      </p:sp>
      <p:sp>
        <p:nvSpPr>
          <p:cNvPr id="45" name="SK-12-text-44"/>
          <p:cNvSpPr/>
          <p:nvPr/>
        </p:nvSpPr>
        <p:spPr>
          <a:xfrm>
            <a:off x="4406801" y="4198441"/>
            <a:ext cx="3459063" cy="7200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 기록 대조 + 불일치 알림</a:t>
            </a:r>
            <a:endParaRPr lang="en-US" sz="1275" dirty="0"/>
          </a:p>
        </p:txBody>
      </p:sp>
      <p:sp>
        <p:nvSpPr>
          <p:cNvPr id="46" name="SK-12-text-45"/>
          <p:cNvSpPr/>
          <p:nvPr/>
        </p:nvSpPr>
        <p:spPr>
          <a:xfrm>
            <a:off x="8432602" y="4437013"/>
            <a:ext cx="3759398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ko-KR" altLang="en-US" sz="11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결정로그</a:t>
            </a:r>
            <a:r>
              <a:rPr lang="en-US" altLang="ko-KR" sz="11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en-US" sz="11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SSOT) </a:t>
            </a:r>
          </a:p>
          <a:p>
            <a:pPr marL="0" indent="0">
              <a:lnSpc>
                <a:spcPts val="1913"/>
              </a:lnSpc>
              <a:buNone/>
            </a:pPr>
            <a:r>
              <a:rPr lang="en-US" sz="11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(Governance Watchdog / Stakeholder Pulse)</a:t>
            </a:r>
          </a:p>
        </p:txBody>
      </p:sp>
      <p:sp>
        <p:nvSpPr>
          <p:cNvPr id="47" name="SK-12-text-46"/>
          <p:cNvSpPr/>
          <p:nvPr/>
        </p:nvSpPr>
        <p:spPr>
          <a:xfrm>
            <a:off x="723900" y="4918472"/>
            <a:ext cx="3459063" cy="7203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방치 + 외부 변경 미대응</a:t>
            </a:r>
            <a:endParaRPr lang="en-US" sz="1275" dirty="0"/>
          </a:p>
        </p:txBody>
      </p:sp>
      <p:sp>
        <p:nvSpPr>
          <p:cNvPr id="48" name="SK-12-text-47"/>
          <p:cNvSpPr/>
          <p:nvPr/>
        </p:nvSpPr>
        <p:spPr>
          <a:xfrm>
            <a:off x="4406801" y="4918472"/>
            <a:ext cx="3645537" cy="7203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신호 감지 + 리스크 자동 등록</a:t>
            </a:r>
            <a:endParaRPr lang="en-US" sz="1275" dirty="0"/>
          </a:p>
        </p:txBody>
      </p:sp>
      <p:sp>
        <p:nvSpPr>
          <p:cNvPr id="49" name="SK-12-text-48"/>
          <p:cNvSpPr/>
          <p:nvPr/>
        </p:nvSpPr>
        <p:spPr>
          <a:xfrm>
            <a:off x="8432602" y="5157192"/>
            <a:ext cx="3189923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ko-KR" altLang="en-US" sz="11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에이전트</a:t>
            </a:r>
            <a:endParaRPr lang="en-US" altLang="ko-KR" sz="1150" b="1" dirty="0">
              <a:solidFill>
                <a:srgbClr val="005AEE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>
              <a:lnSpc>
                <a:spcPts val="1913"/>
              </a:lnSpc>
              <a:buNone/>
            </a:pPr>
            <a:r>
              <a:rPr lang="en-US" altLang="ko-KR" sz="11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(Risk Oracle)</a:t>
            </a:r>
          </a:p>
        </p:txBody>
      </p:sp>
      <p:sp>
        <p:nvSpPr>
          <p:cNvPr id="50" name="SK-12-text-49"/>
          <p:cNvSpPr/>
          <p:nvPr/>
        </p:nvSpPr>
        <p:spPr>
          <a:xfrm>
            <a:off x="1276350" y="6058793"/>
            <a:ext cx="10915650" cy="2266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85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식별된 근본 원인을 해결하기 위해 각 관리 도메인별로 특화된 </a:t>
            </a:r>
            <a:r>
              <a:rPr lang="en-US" sz="1275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5종의 AI Agent</a:t>
            </a: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배치하여 프로젝트의 투명성과 가치 중심 관리를 복원합니다.</a:t>
            </a:r>
            <a:endParaRPr lang="en-US" sz="12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3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3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3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409700"/>
            <a:ext cx="11049000" cy="742950"/>
          </a:xfrm>
          <a:prstGeom prst="rect">
            <a:avLst/>
          </a:prstGeom>
        </p:spPr>
      </p:pic>
      <p:pic>
        <p:nvPicPr>
          <p:cNvPr id="7" name="SK-3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2381250"/>
            <a:ext cx="419100" cy="419100"/>
          </a:xfrm>
          <a:prstGeom prst="rect">
            <a:avLst/>
          </a:prstGeom>
        </p:spPr>
      </p:pic>
      <p:pic>
        <p:nvPicPr>
          <p:cNvPr id="8" name="SK-3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2975" y="2800350"/>
            <a:ext cx="19050" cy="519113"/>
          </a:xfrm>
          <a:prstGeom prst="rect">
            <a:avLst/>
          </a:prstGeom>
        </p:spPr>
      </p:pic>
      <p:pic>
        <p:nvPicPr>
          <p:cNvPr id="9" name="SK-3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3500" y="2381250"/>
            <a:ext cx="10287000" cy="823913"/>
          </a:xfrm>
          <a:prstGeom prst="rect">
            <a:avLst/>
          </a:prstGeom>
        </p:spPr>
      </p:pic>
      <p:pic>
        <p:nvPicPr>
          <p:cNvPr id="10" name="SK-3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62100" y="2507456"/>
            <a:ext cx="571500" cy="571500"/>
          </a:xfrm>
          <a:prstGeom prst="rect">
            <a:avLst/>
          </a:prstGeom>
        </p:spPr>
      </p:pic>
      <p:pic>
        <p:nvPicPr>
          <p:cNvPr id="11" name="SK-3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04975" y="2678906"/>
            <a:ext cx="285750" cy="228600"/>
          </a:xfrm>
          <a:prstGeom prst="rect">
            <a:avLst/>
          </a:prstGeom>
        </p:spPr>
      </p:pic>
      <p:pic>
        <p:nvPicPr>
          <p:cNvPr id="12" name="SK-3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48100" y="2561779"/>
            <a:ext cx="7543800" cy="462855"/>
          </a:xfrm>
          <a:prstGeom prst="rect">
            <a:avLst/>
          </a:prstGeom>
        </p:spPr>
      </p:pic>
      <p:pic>
        <p:nvPicPr>
          <p:cNvPr id="13" name="SK-3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950" y="3433763"/>
            <a:ext cx="419100" cy="419100"/>
          </a:xfrm>
          <a:prstGeom prst="rect">
            <a:avLst/>
          </a:prstGeom>
        </p:spPr>
      </p:pic>
      <p:pic>
        <p:nvPicPr>
          <p:cNvPr id="14" name="SK-3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2975" y="3852863"/>
            <a:ext cx="19050" cy="519113"/>
          </a:xfrm>
          <a:prstGeom prst="rect">
            <a:avLst/>
          </a:prstGeom>
        </p:spPr>
      </p:pic>
      <p:pic>
        <p:nvPicPr>
          <p:cNvPr id="15" name="SK-3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33500" y="3433763"/>
            <a:ext cx="10287000" cy="823913"/>
          </a:xfrm>
          <a:prstGeom prst="rect">
            <a:avLst/>
          </a:prstGeom>
        </p:spPr>
      </p:pic>
      <p:pic>
        <p:nvPicPr>
          <p:cNvPr id="16" name="SK-3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62100" y="3559969"/>
            <a:ext cx="571500" cy="571500"/>
          </a:xfrm>
          <a:prstGeom prst="rect">
            <a:avLst/>
          </a:prstGeom>
        </p:spPr>
      </p:pic>
      <p:pic>
        <p:nvPicPr>
          <p:cNvPr id="17" name="SK-3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04975" y="3731419"/>
            <a:ext cx="285750" cy="228600"/>
          </a:xfrm>
          <a:prstGeom prst="rect">
            <a:avLst/>
          </a:prstGeom>
        </p:spPr>
      </p:pic>
      <p:pic>
        <p:nvPicPr>
          <p:cNvPr id="18" name="SK-3-img-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48100" y="3614291"/>
            <a:ext cx="7543800" cy="462855"/>
          </a:xfrm>
          <a:prstGeom prst="rect">
            <a:avLst/>
          </a:prstGeom>
        </p:spPr>
      </p:pic>
      <p:pic>
        <p:nvPicPr>
          <p:cNvPr id="19" name="SK-3-img-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2950" y="4486275"/>
            <a:ext cx="419100" cy="419100"/>
          </a:xfrm>
          <a:prstGeom prst="rect">
            <a:avLst/>
          </a:prstGeom>
        </p:spPr>
      </p:pic>
      <p:pic>
        <p:nvPicPr>
          <p:cNvPr id="20" name="SK-3-img-1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2975" y="4905375"/>
            <a:ext cx="19050" cy="519113"/>
          </a:xfrm>
          <a:prstGeom prst="rect">
            <a:avLst/>
          </a:prstGeom>
        </p:spPr>
      </p:pic>
      <p:pic>
        <p:nvPicPr>
          <p:cNvPr id="21" name="SK-3-img-2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3500" y="4486275"/>
            <a:ext cx="10287000" cy="823913"/>
          </a:xfrm>
          <a:prstGeom prst="rect">
            <a:avLst/>
          </a:prstGeom>
        </p:spPr>
      </p:pic>
      <p:pic>
        <p:nvPicPr>
          <p:cNvPr id="22" name="SK-3-img-2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62100" y="4612481"/>
            <a:ext cx="571500" cy="571500"/>
          </a:xfrm>
          <a:prstGeom prst="rect">
            <a:avLst/>
          </a:prstGeom>
        </p:spPr>
      </p:pic>
      <p:pic>
        <p:nvPicPr>
          <p:cNvPr id="23" name="SK-3-img-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04975" y="4783931"/>
            <a:ext cx="285750" cy="228600"/>
          </a:xfrm>
          <a:prstGeom prst="rect">
            <a:avLst/>
          </a:prstGeom>
        </p:spPr>
      </p:pic>
      <p:pic>
        <p:nvPicPr>
          <p:cNvPr id="24" name="SK-3-img-2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48100" y="4666804"/>
            <a:ext cx="7543800" cy="462855"/>
          </a:xfrm>
          <a:prstGeom prst="rect">
            <a:avLst/>
          </a:prstGeom>
        </p:spPr>
      </p:pic>
      <p:pic>
        <p:nvPicPr>
          <p:cNvPr id="25" name="SK-3-img-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42950" y="5538788"/>
            <a:ext cx="419100" cy="419100"/>
          </a:xfrm>
          <a:prstGeom prst="rect">
            <a:avLst/>
          </a:prstGeom>
        </p:spPr>
      </p:pic>
      <p:pic>
        <p:nvPicPr>
          <p:cNvPr id="26" name="SK-3-img-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33500" y="5538788"/>
            <a:ext cx="10287000" cy="938213"/>
          </a:xfrm>
          <a:prstGeom prst="rect">
            <a:avLst/>
          </a:prstGeom>
        </p:spPr>
      </p:pic>
      <p:pic>
        <p:nvPicPr>
          <p:cNvPr id="27" name="SK-3-img-2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62100" y="5722144"/>
            <a:ext cx="571500" cy="571500"/>
          </a:xfrm>
          <a:prstGeom prst="rect">
            <a:avLst/>
          </a:prstGeom>
        </p:spPr>
      </p:pic>
      <p:pic>
        <p:nvPicPr>
          <p:cNvPr id="28" name="SK-3-img-2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704975" y="5893594"/>
            <a:ext cx="285750" cy="228600"/>
          </a:xfrm>
          <a:prstGeom prst="rect">
            <a:avLst/>
          </a:prstGeom>
        </p:spPr>
      </p:pic>
      <p:pic>
        <p:nvPicPr>
          <p:cNvPr id="29" name="SK-3-img-2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48100" y="5776466"/>
            <a:ext cx="7543800" cy="462855"/>
          </a:xfrm>
          <a:prstGeom prst="rect">
            <a:avLst/>
          </a:prstGeom>
        </p:spPr>
      </p:pic>
      <p:sp>
        <p:nvSpPr>
          <p:cNvPr id="30" name="SK-3-text-29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1" name="SK-3-text-30"/>
          <p:cNvSpPr/>
          <p:nvPr/>
        </p:nvSpPr>
        <p:spPr>
          <a:xfrm>
            <a:off x="571500" y="733425"/>
            <a:ext cx="11210925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altLang="ko-KR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C-2. </a:t>
            </a:r>
            <a:r>
              <a:rPr lang="en-US" sz="2550" b="1" kern="0" spc="-41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</a:t>
            </a: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개념 — PM의 인지 파이프라인 확장</a:t>
            </a:r>
            <a:endParaRPr lang="en-US" sz="2550" dirty="0"/>
          </a:p>
        </p:txBody>
      </p:sp>
      <p:sp>
        <p:nvSpPr>
          <p:cNvPr id="32" name="SK-3-text-31"/>
          <p:cNvSpPr/>
          <p:nvPr/>
        </p:nvSpPr>
        <p:spPr>
          <a:xfrm>
            <a:off x="685800" y="1524000"/>
            <a:ext cx="10820400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PM이 실제로 구동하는 인지 파이프라인 </a:t>
            </a: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'보다 → 듣다 → 판단하다 → 행동하다'</a:t>
            </a: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그대로 확장합니다.</a:t>
            </a:r>
            <a:endParaRPr lang="en-US" sz="1350" dirty="0"/>
          </a:p>
          <a:p>
            <a:pPr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판단의 주체는 여전히 </a:t>
            </a: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</a:t>
            </a: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이며, 에이전트는 관측과 판단의 대역폭을 비약적으로 넓혀주는 도구입니다.</a:t>
            </a:r>
            <a:endParaRPr lang="en-US" sz="1350" dirty="0"/>
          </a:p>
        </p:txBody>
      </p:sp>
      <p:sp>
        <p:nvSpPr>
          <p:cNvPr id="33" name="SK-3-text-32"/>
          <p:cNvSpPr/>
          <p:nvPr/>
        </p:nvSpPr>
        <p:spPr>
          <a:xfrm>
            <a:off x="838200" y="2381250"/>
            <a:ext cx="85725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34" name="SK-3-text-33"/>
          <p:cNvSpPr/>
          <p:nvPr/>
        </p:nvSpPr>
        <p:spPr>
          <a:xfrm>
            <a:off x="2324100" y="2536031"/>
            <a:ext cx="1409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AEE"/>
                </a:solidFill>
              </a:rPr>
              <a:t>SEE</a:t>
            </a:r>
            <a:endParaRPr lang="en-US" sz="1050" dirty="0"/>
          </a:p>
        </p:txBody>
      </p:sp>
      <p:sp>
        <p:nvSpPr>
          <p:cNvPr id="35" name="SK-3-text-34"/>
          <p:cNvSpPr/>
          <p:nvPr/>
        </p:nvSpPr>
        <p:spPr>
          <a:xfrm>
            <a:off x="2324100" y="2736056"/>
            <a:ext cx="143827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</a:t>
            </a:r>
            <a:endParaRPr lang="en-US" sz="1650" dirty="0"/>
          </a:p>
        </p:txBody>
      </p:sp>
      <p:sp>
        <p:nvSpPr>
          <p:cNvPr id="36" name="SK-3-text-35"/>
          <p:cNvSpPr/>
          <p:nvPr/>
        </p:nvSpPr>
        <p:spPr>
          <a:xfrm>
            <a:off x="4038600" y="2561779"/>
            <a:ext cx="7353300" cy="4628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85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일정, 리스크, 이슈, 예산, 요구사항 등 프로젝트의 모든 상태 신호를 상시 수집하여 데이터 기반의 가시성을 확보합니다. </a:t>
            </a:r>
            <a:r>
              <a:rPr lang="en-US" sz="900" dirty="0">
                <a:solidFill>
                  <a:srgbClr val="9CA3AF"/>
                </a:solidFill>
              </a:rPr>
              <a:t>Phase: Data Ingest</a:t>
            </a:r>
            <a:endParaRPr lang="en-US" sz="1275" dirty="0"/>
          </a:p>
        </p:txBody>
      </p:sp>
      <p:sp>
        <p:nvSpPr>
          <p:cNvPr id="37" name="SK-3-text-36"/>
          <p:cNvSpPr/>
          <p:nvPr/>
        </p:nvSpPr>
        <p:spPr>
          <a:xfrm>
            <a:off x="838200" y="3433763"/>
            <a:ext cx="85725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38" name="SK-3-text-37"/>
          <p:cNvSpPr/>
          <p:nvPr/>
        </p:nvSpPr>
        <p:spPr>
          <a:xfrm>
            <a:off x="2324100" y="3588544"/>
            <a:ext cx="1409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AEE"/>
                </a:solidFill>
              </a:rPr>
              <a:t>HEAR</a:t>
            </a:r>
            <a:endParaRPr lang="en-US" sz="1050" dirty="0"/>
          </a:p>
        </p:txBody>
      </p:sp>
      <p:sp>
        <p:nvSpPr>
          <p:cNvPr id="39" name="SK-3-text-38"/>
          <p:cNvSpPr/>
          <p:nvPr/>
        </p:nvSpPr>
        <p:spPr>
          <a:xfrm>
            <a:off x="2324100" y="3788569"/>
            <a:ext cx="143827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수렴</a:t>
            </a:r>
            <a:endParaRPr lang="en-US" sz="1650" dirty="0"/>
          </a:p>
        </p:txBody>
      </p:sp>
      <p:sp>
        <p:nvSpPr>
          <p:cNvPr id="40" name="SK-3-text-39"/>
          <p:cNvSpPr/>
          <p:nvPr/>
        </p:nvSpPr>
        <p:spPr>
          <a:xfrm>
            <a:off x="4038600" y="3614291"/>
            <a:ext cx="7353300" cy="4628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85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이해관계자의 요청, 회의 내용, 현장의 비정형 목소리까지 신호로 반영하여 정량 데이터가 놓치는 맥락을 보완합니다. </a:t>
            </a:r>
            <a:r>
              <a:rPr lang="en-US" sz="900" dirty="0">
                <a:solidFill>
                  <a:srgbClr val="9CA3AF"/>
                </a:solidFill>
              </a:rPr>
              <a:t>Phase: Contextual Input</a:t>
            </a:r>
            <a:endParaRPr lang="en-US" sz="1275" dirty="0"/>
          </a:p>
        </p:txBody>
      </p:sp>
      <p:sp>
        <p:nvSpPr>
          <p:cNvPr id="41" name="SK-3-text-40"/>
          <p:cNvSpPr/>
          <p:nvPr/>
        </p:nvSpPr>
        <p:spPr>
          <a:xfrm>
            <a:off x="838200" y="4486275"/>
            <a:ext cx="85725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42" name="SK-3-text-41"/>
          <p:cNvSpPr/>
          <p:nvPr/>
        </p:nvSpPr>
        <p:spPr>
          <a:xfrm>
            <a:off x="2324100" y="4641056"/>
            <a:ext cx="1409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AEE"/>
                </a:solidFill>
              </a:rPr>
              <a:t>THINK</a:t>
            </a:r>
            <a:endParaRPr lang="en-US" sz="1050" dirty="0"/>
          </a:p>
        </p:txBody>
      </p:sp>
      <p:sp>
        <p:nvSpPr>
          <p:cNvPr id="43" name="SK-3-text-42"/>
          <p:cNvSpPr/>
          <p:nvPr/>
        </p:nvSpPr>
        <p:spPr>
          <a:xfrm>
            <a:off x="2324100" y="4841081"/>
            <a:ext cx="143827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</a:t>
            </a:r>
            <a:endParaRPr lang="en-US" sz="1650" dirty="0"/>
          </a:p>
        </p:txBody>
      </p:sp>
      <p:sp>
        <p:nvSpPr>
          <p:cNvPr id="44" name="SK-3-text-43"/>
          <p:cNvSpPr/>
          <p:nvPr/>
        </p:nvSpPr>
        <p:spPr>
          <a:xfrm>
            <a:off x="4038600" y="4666804"/>
            <a:ext cx="7353300" cy="4628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85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7개 도메인 에이전트가 각자의 전문 관점으로 이상징후를 감지하고, 도메인 간 상충을 프로젝트 가치 기준으로 통합합니다. </a:t>
            </a:r>
            <a:r>
              <a:rPr lang="en-US" sz="900" dirty="0">
                <a:solidFill>
                  <a:srgbClr val="9CA3AF"/>
                </a:solidFill>
              </a:rPr>
              <a:t>Phase: Analysis &amp; Fusion</a:t>
            </a:r>
            <a:endParaRPr lang="en-US" sz="1275" dirty="0"/>
          </a:p>
        </p:txBody>
      </p:sp>
      <p:sp>
        <p:nvSpPr>
          <p:cNvPr id="45" name="SK-3-text-44"/>
          <p:cNvSpPr/>
          <p:nvPr/>
        </p:nvSpPr>
        <p:spPr>
          <a:xfrm>
            <a:off x="838200" y="5538788"/>
            <a:ext cx="85725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46" name="SK-3-text-45"/>
          <p:cNvSpPr/>
          <p:nvPr/>
        </p:nvSpPr>
        <p:spPr>
          <a:xfrm>
            <a:off x="2324100" y="5750719"/>
            <a:ext cx="1409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AEE"/>
                </a:solidFill>
              </a:rPr>
              <a:t>ACT</a:t>
            </a:r>
            <a:endParaRPr lang="en-US" sz="1050" dirty="0"/>
          </a:p>
        </p:txBody>
      </p:sp>
      <p:sp>
        <p:nvSpPr>
          <p:cNvPr id="47" name="SK-3-text-46"/>
          <p:cNvSpPr/>
          <p:nvPr/>
        </p:nvSpPr>
        <p:spPr>
          <a:xfrm>
            <a:off x="2324100" y="5950744"/>
            <a:ext cx="143827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</a:t>
            </a:r>
            <a:endParaRPr lang="en-US" sz="1650" dirty="0"/>
          </a:p>
        </p:txBody>
      </p:sp>
      <p:sp>
        <p:nvSpPr>
          <p:cNvPr id="48" name="SK-3-text-47"/>
          <p:cNvSpPr/>
          <p:nvPr/>
        </p:nvSpPr>
        <p:spPr>
          <a:xfrm>
            <a:off x="4038600" y="5776466"/>
            <a:ext cx="7353300" cy="4628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85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도출된 판단을 실제 조치로 연결합니다. Jira 티켓 발행, 알림 발송 등을 수행하며 최종 승인은 반드시 PM이 결정합니다. </a:t>
            </a:r>
            <a:r>
              <a:rPr lang="en-US" sz="900" dirty="0">
                <a:solidFill>
                  <a:srgbClr val="9CA3AF"/>
                </a:solidFill>
              </a:rPr>
              <a:t>Phase: Action &amp; Feedback</a:t>
            </a:r>
            <a:endParaRPr lang="en-US" sz="12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733" y="0"/>
            <a:ext cx="12192000" cy="6858000"/>
          </a:xfrm>
          <a:prstGeom prst="rect">
            <a:avLst/>
          </a:prstGeom>
        </p:spPr>
      </p:pic>
      <p:pic>
        <p:nvPicPr>
          <p:cNvPr id="21" name="SK-1-img-2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49" y="1421492"/>
            <a:ext cx="4480620" cy="4522589"/>
          </a:xfrm>
          <a:prstGeom prst="rect">
            <a:avLst/>
          </a:prstGeom>
        </p:spPr>
      </p:pic>
      <p:pic>
        <p:nvPicPr>
          <p:cNvPr id="27" name="SK-1-img-2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6134581"/>
            <a:ext cx="11049000" cy="514350"/>
          </a:xfrm>
          <a:prstGeom prst="rect">
            <a:avLst/>
          </a:prstGeom>
        </p:spPr>
      </p:pic>
      <p:sp>
        <p:nvSpPr>
          <p:cNvPr id="29" name="SK-1-text-28"/>
          <p:cNvSpPr/>
          <p:nvPr/>
        </p:nvSpPr>
        <p:spPr>
          <a:xfrm>
            <a:off x="571500" y="819631"/>
            <a:ext cx="11620500" cy="4113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240"/>
              </a:lnSpc>
              <a:buNone/>
            </a:pPr>
            <a:endParaRPr lang="en-US" sz="2700" dirty="0"/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3F5AE65B-16CB-9891-27CC-ED7540C8E3A0}"/>
              </a:ext>
            </a:extLst>
          </p:cNvPr>
          <p:cNvGrpSpPr/>
          <p:nvPr/>
        </p:nvGrpSpPr>
        <p:grpSpPr>
          <a:xfrm>
            <a:off x="4871589" y="1437336"/>
            <a:ext cx="6539359" cy="4575126"/>
            <a:chOff x="1438192" y="2153521"/>
            <a:chExt cx="6539359" cy="4575126"/>
          </a:xfrm>
        </p:grpSpPr>
        <p:pic>
          <p:nvPicPr>
            <p:cNvPr id="4" name="SK-1-img-3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38192" y="2179864"/>
              <a:ext cx="6263580" cy="4522589"/>
            </a:xfrm>
            <a:prstGeom prst="rect">
              <a:avLst/>
            </a:prstGeom>
          </p:spPr>
        </p:pic>
        <p:pic>
          <p:nvPicPr>
            <p:cNvPr id="5" name="SK-1-img-4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522232" y="3393408"/>
              <a:ext cx="2095500" cy="2095500"/>
            </a:xfrm>
            <a:prstGeom prst="rect">
              <a:avLst/>
            </a:prstGeom>
          </p:spPr>
        </p:pic>
        <p:pic>
          <p:nvPicPr>
            <p:cNvPr id="6" name="SK-1-img-5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03295" y="3886030"/>
              <a:ext cx="333375" cy="266700"/>
            </a:xfrm>
            <a:prstGeom prst="rect">
              <a:avLst/>
            </a:prstGeom>
          </p:spPr>
        </p:pic>
        <p:pic>
          <p:nvPicPr>
            <p:cNvPr id="7" name="SK-1-img-6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913847" y="2424835"/>
              <a:ext cx="1428750" cy="685800"/>
            </a:xfrm>
            <a:prstGeom prst="rect">
              <a:avLst/>
            </a:prstGeom>
          </p:spPr>
        </p:pic>
        <p:pic>
          <p:nvPicPr>
            <p:cNvPr id="8" name="SK-1-img-7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532972" y="2377210"/>
              <a:ext cx="190500" cy="152400"/>
            </a:xfrm>
            <a:prstGeom prst="rect">
              <a:avLst/>
            </a:prstGeom>
          </p:spPr>
        </p:pic>
        <p:pic>
          <p:nvPicPr>
            <p:cNvPr id="9" name="SK-1-img-8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55607" y="2153521"/>
              <a:ext cx="1428750" cy="685800"/>
            </a:xfrm>
            <a:prstGeom prst="rect">
              <a:avLst/>
            </a:prstGeom>
          </p:spPr>
        </p:pic>
        <p:pic>
          <p:nvPicPr>
            <p:cNvPr id="10" name="SK-1-img-9" descr="preencoded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474732" y="2205909"/>
              <a:ext cx="190500" cy="152400"/>
            </a:xfrm>
            <a:prstGeom prst="rect">
              <a:avLst/>
            </a:prstGeom>
          </p:spPr>
        </p:pic>
        <p:pic>
          <p:nvPicPr>
            <p:cNvPr id="11" name="SK-1-img-10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797219" y="2424835"/>
              <a:ext cx="1428750" cy="685800"/>
            </a:xfrm>
            <a:prstGeom prst="rect">
              <a:avLst/>
            </a:prstGeom>
          </p:spPr>
        </p:pic>
        <p:pic>
          <p:nvPicPr>
            <p:cNvPr id="12" name="SK-1-img-11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416344" y="2477223"/>
              <a:ext cx="190500" cy="152400"/>
            </a:xfrm>
            <a:prstGeom prst="rect">
              <a:avLst/>
            </a:prstGeom>
          </p:spPr>
        </p:pic>
        <p:pic>
          <p:nvPicPr>
            <p:cNvPr id="13" name="SK-1-img-12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548801" y="4098258"/>
              <a:ext cx="1428750" cy="685800"/>
            </a:xfrm>
            <a:prstGeom prst="rect">
              <a:avLst/>
            </a:prstGeom>
          </p:spPr>
        </p:pic>
        <p:pic>
          <p:nvPicPr>
            <p:cNvPr id="14" name="SK-1-img-13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7167926" y="4150646"/>
              <a:ext cx="190500" cy="152400"/>
            </a:xfrm>
            <a:prstGeom prst="rect">
              <a:avLst/>
            </a:prstGeom>
          </p:spPr>
        </p:pic>
        <p:pic>
          <p:nvPicPr>
            <p:cNvPr id="15" name="SK-1-img-14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797219" y="5771533"/>
              <a:ext cx="1428750" cy="685800"/>
            </a:xfrm>
            <a:prstGeom prst="rect">
              <a:avLst/>
            </a:prstGeom>
          </p:spPr>
        </p:pic>
        <p:pic>
          <p:nvPicPr>
            <p:cNvPr id="16" name="SK-1-img-15" descr="preencoded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416344" y="5823921"/>
              <a:ext cx="190500" cy="152400"/>
            </a:xfrm>
            <a:prstGeom prst="rect">
              <a:avLst/>
            </a:prstGeom>
          </p:spPr>
        </p:pic>
        <p:pic>
          <p:nvPicPr>
            <p:cNvPr id="17" name="SK-1-img-16" descr="preencoded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855607" y="6042847"/>
              <a:ext cx="1428750" cy="685800"/>
            </a:xfrm>
            <a:prstGeom prst="rect">
              <a:avLst/>
            </a:prstGeom>
          </p:spPr>
        </p:pic>
        <p:pic>
          <p:nvPicPr>
            <p:cNvPr id="18" name="SK-1-img-17" descr="preencoded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474732" y="6095234"/>
              <a:ext cx="190500" cy="152400"/>
            </a:xfrm>
            <a:prstGeom prst="rect">
              <a:avLst/>
            </a:prstGeom>
          </p:spPr>
        </p:pic>
        <p:pic>
          <p:nvPicPr>
            <p:cNvPr id="19" name="SK-1-img-18" descr="preencoded.pn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913847" y="5771533"/>
              <a:ext cx="1428750" cy="685800"/>
            </a:xfrm>
            <a:prstGeom prst="rect">
              <a:avLst/>
            </a:prstGeom>
          </p:spPr>
        </p:pic>
        <p:pic>
          <p:nvPicPr>
            <p:cNvPr id="20" name="SK-1-img-19" descr="preencoded.pn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2532972" y="5823921"/>
              <a:ext cx="190500" cy="152400"/>
            </a:xfrm>
            <a:prstGeom prst="rect">
              <a:avLst/>
            </a:prstGeom>
          </p:spPr>
        </p:pic>
        <p:sp>
          <p:nvSpPr>
            <p:cNvPr id="30" name="SK-1-text-29"/>
            <p:cNvSpPr/>
            <p:nvPr/>
          </p:nvSpPr>
          <p:spPr>
            <a:xfrm>
              <a:off x="3836557" y="4228930"/>
              <a:ext cx="1466850" cy="251371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980"/>
                </a:lnSpc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Signal Forge</a:t>
              </a:r>
              <a:endParaRPr lang="en-US" sz="1800" dirty="0"/>
            </a:p>
          </p:txBody>
        </p:sp>
        <p:sp>
          <p:nvSpPr>
            <p:cNvPr id="31" name="SK-1-text-30"/>
            <p:cNvSpPr/>
            <p:nvPr/>
          </p:nvSpPr>
          <p:spPr>
            <a:xfrm>
              <a:off x="3712732" y="4556500"/>
              <a:ext cx="1714500" cy="43978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155"/>
                </a:lnSpc>
                <a:buNone/>
              </a:pPr>
              <a:r>
                <a:rPr lang="en-US" sz="825" dirty="0">
                  <a:solidFill>
                    <a:srgbClr val="FFFFFF">
                      <a:alpha val="90000"/>
                    </a:srgbClr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6원칙(Mindset) &amp; North Star(가치서열) 기반 상충 조정, 통합 최적안 도출</a:t>
              </a:r>
              <a:endParaRPr lang="en-US" sz="825" dirty="0"/>
            </a:p>
          </p:txBody>
        </p:sp>
        <p:sp>
          <p:nvSpPr>
            <p:cNvPr id="32" name="SK-1-text-31"/>
            <p:cNvSpPr/>
            <p:nvPr/>
          </p:nvSpPr>
          <p:spPr>
            <a:xfrm>
              <a:off x="1990047" y="2567710"/>
              <a:ext cx="1276350" cy="4000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75"/>
                </a:lnSpc>
                <a:buNone/>
              </a:pPr>
              <a:r>
                <a:rPr lang="en-US" sz="1050" b="1" dirty="0">
                  <a:solidFill>
                    <a:srgbClr val="11182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Governance Watchdog</a:t>
              </a:r>
              <a:endParaRPr lang="en-US" sz="1050" dirty="0"/>
            </a:p>
          </p:txBody>
        </p:sp>
        <p:sp>
          <p:nvSpPr>
            <p:cNvPr id="33" name="SK-1-text-32"/>
            <p:cNvSpPr/>
            <p:nvPr/>
          </p:nvSpPr>
          <p:spPr>
            <a:xfrm>
              <a:off x="2361522" y="2986810"/>
              <a:ext cx="533400" cy="1714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000" b="1" dirty="0">
                  <a:solidFill>
                    <a:schemeClr val="accent1">
                      <a:lumMod val="75000"/>
                    </a:schemeClr>
                  </a:solidFill>
                </a:rPr>
                <a:t>거버넌스</a:t>
              </a:r>
            </a:p>
          </p:txBody>
        </p:sp>
        <p:sp>
          <p:nvSpPr>
            <p:cNvPr id="34" name="SK-1-text-33"/>
            <p:cNvSpPr/>
            <p:nvPr/>
          </p:nvSpPr>
          <p:spPr>
            <a:xfrm>
              <a:off x="3988957" y="2396409"/>
              <a:ext cx="1162050" cy="20002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75"/>
                </a:lnSpc>
                <a:buNone/>
              </a:pPr>
              <a:r>
                <a:rPr lang="en-US" sz="1050" b="1" dirty="0">
                  <a:solidFill>
                    <a:srgbClr val="11182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Change Guardian</a:t>
              </a:r>
              <a:endParaRPr lang="en-US" sz="1050" dirty="0"/>
            </a:p>
          </p:txBody>
        </p:sp>
        <p:sp>
          <p:nvSpPr>
            <p:cNvPr id="35" name="SK-1-text-34"/>
            <p:cNvSpPr/>
            <p:nvPr/>
          </p:nvSpPr>
          <p:spPr>
            <a:xfrm>
              <a:off x="4417582" y="2615484"/>
              <a:ext cx="304800" cy="1714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000" dirty="0">
                  <a:solidFill>
                    <a:schemeClr val="accent1">
                      <a:lumMod val="75000"/>
                    </a:schemeClr>
                  </a:solidFill>
                </a:rPr>
                <a:t>범위</a:t>
              </a:r>
            </a:p>
          </p:txBody>
        </p:sp>
        <p:sp>
          <p:nvSpPr>
            <p:cNvPr id="36" name="SK-1-text-35"/>
            <p:cNvSpPr/>
            <p:nvPr/>
          </p:nvSpPr>
          <p:spPr>
            <a:xfrm>
              <a:off x="5906756" y="2667723"/>
              <a:ext cx="1209675" cy="20002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75"/>
                </a:lnSpc>
                <a:buNone/>
              </a:pPr>
              <a:r>
                <a:rPr lang="en-US" sz="1050" b="1" dirty="0">
                  <a:solidFill>
                    <a:srgbClr val="11182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Schedule Sentinel</a:t>
              </a:r>
              <a:endParaRPr lang="en-US" sz="1050" dirty="0"/>
            </a:p>
          </p:txBody>
        </p:sp>
        <p:sp>
          <p:nvSpPr>
            <p:cNvPr id="37" name="SK-1-text-36"/>
            <p:cNvSpPr/>
            <p:nvPr/>
          </p:nvSpPr>
          <p:spPr>
            <a:xfrm>
              <a:off x="6359194" y="2886798"/>
              <a:ext cx="304800" cy="1714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000" dirty="0">
                  <a:solidFill>
                    <a:schemeClr val="accent1">
                      <a:lumMod val="75000"/>
                    </a:schemeClr>
                  </a:solidFill>
                </a:rPr>
                <a:t>일정</a:t>
              </a:r>
            </a:p>
          </p:txBody>
        </p:sp>
        <p:sp>
          <p:nvSpPr>
            <p:cNvPr id="38" name="SK-1-text-37"/>
            <p:cNvSpPr/>
            <p:nvPr/>
          </p:nvSpPr>
          <p:spPr>
            <a:xfrm>
              <a:off x="6863126" y="4341146"/>
              <a:ext cx="800100" cy="20002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75"/>
                </a:lnSpc>
                <a:buNone/>
              </a:pPr>
              <a:r>
                <a:rPr lang="en-US" sz="1050" b="1" dirty="0">
                  <a:solidFill>
                    <a:srgbClr val="11182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Risk Oracle</a:t>
              </a:r>
              <a:endParaRPr lang="en-US" sz="1050" dirty="0"/>
            </a:p>
          </p:txBody>
        </p:sp>
        <p:sp>
          <p:nvSpPr>
            <p:cNvPr id="39" name="SK-1-text-38"/>
            <p:cNvSpPr/>
            <p:nvPr/>
          </p:nvSpPr>
          <p:spPr>
            <a:xfrm>
              <a:off x="7053626" y="4560221"/>
              <a:ext cx="419100" cy="1714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000" dirty="0">
                  <a:solidFill>
                    <a:schemeClr val="accent1">
                      <a:lumMod val="75000"/>
                    </a:schemeClr>
                  </a:solidFill>
                </a:rPr>
                <a:t>리스크</a:t>
              </a:r>
            </a:p>
          </p:txBody>
        </p:sp>
        <p:sp>
          <p:nvSpPr>
            <p:cNvPr id="40" name="SK-1-text-39"/>
            <p:cNvSpPr/>
            <p:nvPr/>
          </p:nvSpPr>
          <p:spPr>
            <a:xfrm>
              <a:off x="5901994" y="6014421"/>
              <a:ext cx="1219200" cy="20002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75"/>
                </a:lnSpc>
                <a:buNone/>
              </a:pPr>
              <a:r>
                <a:rPr lang="en-US" sz="1050" b="1" dirty="0">
                  <a:solidFill>
                    <a:srgbClr val="11182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Stakeholder Pulse</a:t>
              </a:r>
              <a:endParaRPr lang="en-US" sz="1050" dirty="0"/>
            </a:p>
          </p:txBody>
        </p:sp>
        <p:sp>
          <p:nvSpPr>
            <p:cNvPr id="41" name="SK-1-text-40"/>
            <p:cNvSpPr/>
            <p:nvPr/>
          </p:nvSpPr>
          <p:spPr>
            <a:xfrm>
              <a:off x="6187744" y="6233496"/>
              <a:ext cx="647700" cy="1714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000" dirty="0">
                  <a:solidFill>
                    <a:schemeClr val="accent1">
                      <a:lumMod val="75000"/>
                    </a:schemeClr>
                  </a:solidFill>
                </a:rPr>
                <a:t>이해관계자</a:t>
              </a:r>
            </a:p>
          </p:txBody>
        </p:sp>
        <p:sp>
          <p:nvSpPr>
            <p:cNvPr id="42" name="SK-1-text-41"/>
            <p:cNvSpPr/>
            <p:nvPr/>
          </p:nvSpPr>
          <p:spPr>
            <a:xfrm>
              <a:off x="4036582" y="6285734"/>
              <a:ext cx="1066800" cy="20002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75"/>
                </a:lnSpc>
                <a:buNone/>
              </a:pPr>
              <a:r>
                <a:rPr lang="en-US" sz="1050" b="1" dirty="0">
                  <a:solidFill>
                    <a:srgbClr val="11182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Resource Radar</a:t>
              </a:r>
              <a:endParaRPr lang="en-US" sz="1050" dirty="0"/>
            </a:p>
          </p:txBody>
        </p:sp>
        <p:sp>
          <p:nvSpPr>
            <p:cNvPr id="43" name="SK-1-text-42"/>
            <p:cNvSpPr/>
            <p:nvPr/>
          </p:nvSpPr>
          <p:spPr>
            <a:xfrm>
              <a:off x="4417582" y="6504809"/>
              <a:ext cx="304800" cy="1714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000" dirty="0">
                  <a:solidFill>
                    <a:schemeClr val="accent1">
                      <a:lumMod val="75000"/>
                    </a:schemeClr>
                  </a:solidFill>
                </a:rPr>
                <a:t>자원</a:t>
              </a:r>
            </a:p>
          </p:txBody>
        </p:sp>
        <p:sp>
          <p:nvSpPr>
            <p:cNvPr id="44" name="SK-1-text-43"/>
            <p:cNvSpPr/>
            <p:nvPr/>
          </p:nvSpPr>
          <p:spPr>
            <a:xfrm>
              <a:off x="2137684" y="6014421"/>
              <a:ext cx="981075" cy="20002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75"/>
                </a:lnSpc>
                <a:buNone/>
              </a:pPr>
              <a:r>
                <a:rPr lang="en-US" sz="1050" b="1" dirty="0">
                  <a:solidFill>
                    <a:srgbClr val="11182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Cost Protector</a:t>
              </a:r>
              <a:endParaRPr lang="en-US" sz="1050" dirty="0"/>
            </a:p>
          </p:txBody>
        </p:sp>
        <p:sp>
          <p:nvSpPr>
            <p:cNvPr id="45" name="SK-1-text-44"/>
            <p:cNvSpPr/>
            <p:nvPr/>
          </p:nvSpPr>
          <p:spPr>
            <a:xfrm>
              <a:off x="2475822" y="6233496"/>
              <a:ext cx="304800" cy="1714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000" dirty="0">
                  <a:solidFill>
                    <a:schemeClr val="accent1">
                      <a:lumMod val="75000"/>
                    </a:schemeClr>
                  </a:solidFill>
                </a:rPr>
                <a:t>재무</a:t>
              </a: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547524E5-FFD2-DEFA-287E-9A43F0C317D9}"/>
              </a:ext>
            </a:extLst>
          </p:cNvPr>
          <p:cNvGrpSpPr/>
          <p:nvPr/>
        </p:nvGrpSpPr>
        <p:grpSpPr>
          <a:xfrm>
            <a:off x="233994" y="2166005"/>
            <a:ext cx="4747320" cy="2857500"/>
            <a:chOff x="7444680" y="2082105"/>
            <a:chExt cx="4747320" cy="2857500"/>
          </a:xfrm>
        </p:grpSpPr>
        <p:pic>
          <p:nvPicPr>
            <p:cNvPr id="22" name="SK-1-img-21" descr="preencoded.pn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7444680" y="2082105"/>
              <a:ext cx="405705" cy="457200"/>
            </a:xfrm>
            <a:prstGeom prst="rect">
              <a:avLst/>
            </a:prstGeom>
          </p:spPr>
        </p:pic>
        <p:pic>
          <p:nvPicPr>
            <p:cNvPr id="23" name="SK-1-img-22" descr="preencoded.pn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7444680" y="2882205"/>
              <a:ext cx="351830" cy="457200"/>
            </a:xfrm>
            <a:prstGeom prst="rect">
              <a:avLst/>
            </a:prstGeom>
          </p:spPr>
        </p:pic>
        <p:pic>
          <p:nvPicPr>
            <p:cNvPr id="24" name="SK-1-img-23" descr="preencoded.pn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7444680" y="3682305"/>
              <a:ext cx="444996" cy="457200"/>
            </a:xfrm>
            <a:prstGeom prst="rect">
              <a:avLst/>
            </a:prstGeom>
          </p:spPr>
        </p:pic>
        <p:pic>
          <p:nvPicPr>
            <p:cNvPr id="25" name="SK-1-img-24" descr="preencoded.pn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7444680" y="4482405"/>
              <a:ext cx="457200" cy="457200"/>
            </a:xfrm>
            <a:prstGeom prst="rect">
              <a:avLst/>
            </a:prstGeom>
          </p:spPr>
        </p:pic>
        <p:pic>
          <p:nvPicPr>
            <p:cNvPr id="26" name="SK-1-img-25" descr="preencoded.png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7530405" y="4596705"/>
              <a:ext cx="285750" cy="228600"/>
            </a:xfrm>
            <a:prstGeom prst="rect">
              <a:avLst/>
            </a:prstGeom>
          </p:spPr>
        </p:pic>
        <p:sp>
          <p:nvSpPr>
            <p:cNvPr id="46" name="SK-1-text-45"/>
            <p:cNvSpPr/>
            <p:nvPr/>
          </p:nvSpPr>
          <p:spPr>
            <a:xfrm>
              <a:off x="7580858" y="2082105"/>
              <a:ext cx="571500" cy="4572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2700"/>
                </a:lnSpc>
                <a:buNone/>
              </a:pPr>
              <a:r>
                <a:rPr lang="en-US" sz="1800" b="1" dirty="0">
                  <a:solidFill>
                    <a:srgbClr val="005AEE"/>
                  </a:solidFill>
                </a:rPr>
                <a:t>1</a:t>
              </a:r>
              <a:endParaRPr lang="en-US" sz="1800" dirty="0"/>
            </a:p>
          </p:txBody>
        </p:sp>
        <p:sp>
          <p:nvSpPr>
            <p:cNvPr id="47" name="SK-1-text-46"/>
            <p:cNvSpPr/>
            <p:nvPr/>
          </p:nvSpPr>
          <p:spPr>
            <a:xfrm>
              <a:off x="8002786" y="2082105"/>
              <a:ext cx="3693914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11182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이상 징후 감지</a:t>
              </a:r>
              <a:endParaRPr lang="en-US" sz="1200" dirty="0"/>
            </a:p>
          </p:txBody>
        </p:sp>
        <p:sp>
          <p:nvSpPr>
            <p:cNvPr id="48" name="SK-1-text-47"/>
            <p:cNvSpPr/>
            <p:nvPr/>
          </p:nvSpPr>
          <p:spPr>
            <a:xfrm>
              <a:off x="8002786" y="2329755"/>
              <a:ext cx="3617714" cy="4000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575"/>
                </a:lnSpc>
                <a:buNone/>
              </a:pPr>
              <a:r>
                <a:rPr lang="en-US" sz="105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7개 에이전트가 각 전문 영역에서 신호와 근거를 감지하고 보고합니다.</a:t>
              </a:r>
              <a:endParaRPr lang="en-US" sz="1050" dirty="0"/>
            </a:p>
          </p:txBody>
        </p:sp>
        <p:sp>
          <p:nvSpPr>
            <p:cNvPr id="49" name="SK-1-text-48"/>
            <p:cNvSpPr/>
            <p:nvPr/>
          </p:nvSpPr>
          <p:spPr>
            <a:xfrm>
              <a:off x="7553920" y="2882205"/>
              <a:ext cx="571500" cy="4572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2700"/>
                </a:lnSpc>
                <a:buNone/>
              </a:pPr>
              <a:r>
                <a:rPr lang="en-US" sz="1800" b="1" dirty="0">
                  <a:solidFill>
                    <a:srgbClr val="005AEE"/>
                  </a:solidFill>
                </a:rPr>
                <a:t>2</a:t>
              </a:r>
              <a:endParaRPr lang="en-US" sz="1800" dirty="0"/>
            </a:p>
          </p:txBody>
        </p:sp>
        <p:sp>
          <p:nvSpPr>
            <p:cNvPr id="50" name="SK-1-text-49"/>
            <p:cNvSpPr/>
            <p:nvPr/>
          </p:nvSpPr>
          <p:spPr>
            <a:xfrm>
              <a:off x="7948910" y="2882205"/>
              <a:ext cx="374779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11182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통합 조정 (Signal Forge)</a:t>
              </a:r>
              <a:endParaRPr lang="en-US" sz="1200" dirty="0"/>
            </a:p>
          </p:txBody>
        </p:sp>
        <p:sp>
          <p:nvSpPr>
            <p:cNvPr id="51" name="SK-1-text-50"/>
            <p:cNvSpPr/>
            <p:nvPr/>
          </p:nvSpPr>
          <p:spPr>
            <a:xfrm>
              <a:off x="7948910" y="3129855"/>
              <a:ext cx="3671590" cy="4000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575"/>
                </a:lnSpc>
                <a:buNone/>
              </a:pPr>
              <a:r>
                <a:rPr lang="en-US" sz="105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상충하는 대응안(예: 일정 사수 vs 범위 보존)을 6원칙과 North Star로 조정합니다.</a:t>
              </a:r>
              <a:endParaRPr lang="en-US" sz="1050" dirty="0"/>
            </a:p>
          </p:txBody>
        </p:sp>
        <p:sp>
          <p:nvSpPr>
            <p:cNvPr id="52" name="SK-1-text-51"/>
            <p:cNvSpPr/>
            <p:nvPr/>
          </p:nvSpPr>
          <p:spPr>
            <a:xfrm>
              <a:off x="7600504" y="3682305"/>
              <a:ext cx="571500" cy="4572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2700"/>
                </a:lnSpc>
                <a:buNone/>
              </a:pPr>
              <a:r>
                <a:rPr lang="en-US" sz="1800" b="1" dirty="0">
                  <a:solidFill>
                    <a:srgbClr val="005AEE"/>
                  </a:solidFill>
                </a:rPr>
                <a:t>3</a:t>
              </a:r>
              <a:endParaRPr lang="en-US" sz="1800" dirty="0"/>
            </a:p>
          </p:txBody>
        </p:sp>
        <p:sp>
          <p:nvSpPr>
            <p:cNvPr id="53" name="SK-1-text-52"/>
            <p:cNvSpPr/>
            <p:nvPr/>
          </p:nvSpPr>
          <p:spPr>
            <a:xfrm>
              <a:off x="8042077" y="3682305"/>
              <a:ext cx="3654623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11182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최적안 도출</a:t>
              </a:r>
              <a:endParaRPr lang="en-US" sz="1200" dirty="0"/>
            </a:p>
          </p:txBody>
        </p:sp>
        <p:sp>
          <p:nvSpPr>
            <p:cNvPr id="54" name="SK-1-text-53"/>
            <p:cNvSpPr/>
            <p:nvPr/>
          </p:nvSpPr>
          <p:spPr>
            <a:xfrm>
              <a:off x="8042077" y="3929955"/>
              <a:ext cx="3578423" cy="4000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575"/>
                </a:lnSpc>
                <a:buNone/>
              </a:pPr>
              <a:r>
                <a:rPr lang="en-US" sz="105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하나의 통합 최적안과 하위가치 보완책을 생성하여 제안합니다.</a:t>
              </a:r>
              <a:endParaRPr lang="en-US" sz="1050" dirty="0"/>
            </a:p>
          </p:txBody>
        </p:sp>
        <p:sp>
          <p:nvSpPr>
            <p:cNvPr id="55" name="SK-1-text-54"/>
            <p:cNvSpPr/>
            <p:nvPr/>
          </p:nvSpPr>
          <p:spPr>
            <a:xfrm>
              <a:off x="8054280" y="4482405"/>
              <a:ext cx="302895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11182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PM 승인 및 실행</a:t>
              </a:r>
              <a:endParaRPr lang="en-US" sz="1200" dirty="0"/>
            </a:p>
          </p:txBody>
        </p:sp>
        <p:sp>
          <p:nvSpPr>
            <p:cNvPr id="56" name="SK-1-text-55"/>
            <p:cNvSpPr/>
            <p:nvPr/>
          </p:nvSpPr>
          <p:spPr>
            <a:xfrm>
              <a:off x="8054280" y="4730055"/>
              <a:ext cx="4137720" cy="20002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575"/>
                </a:lnSpc>
                <a:buNone/>
              </a:pPr>
              <a:r>
                <a:rPr lang="en-US" sz="105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최종 판단과 실행은 PM의 승인을 거쳐 진행됩니다.</a:t>
              </a:r>
              <a:endParaRPr lang="en-US" sz="1050" dirty="0"/>
            </a:p>
          </p:txBody>
        </p:sp>
      </p:grpSp>
      <p:sp>
        <p:nvSpPr>
          <p:cNvPr id="57" name="SK-1-text-56"/>
          <p:cNvSpPr/>
          <p:nvPr/>
        </p:nvSpPr>
        <p:spPr>
          <a:xfrm>
            <a:off x="418161" y="6240994"/>
            <a:ext cx="111442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감지의 집합이 아니라, 상충을 가치로 바꾸는 하나의 결단</a:t>
            </a:r>
            <a:endParaRPr lang="en-US" sz="1500" dirty="0"/>
          </a:p>
        </p:txBody>
      </p:sp>
      <p:sp>
        <p:nvSpPr>
          <p:cNvPr id="60" name="화살표: 오른쪽 59">
            <a:extLst>
              <a:ext uri="{FF2B5EF4-FFF2-40B4-BE49-F238E27FC236}">
                <a16:creationId xmlns:a16="http://schemas.microsoft.com/office/drawing/2014/main" id="{28E87121-D1DF-B143-E0F6-1FFC198EC3EE}"/>
              </a:ext>
            </a:extLst>
          </p:cNvPr>
          <p:cNvSpPr/>
          <p:nvPr/>
        </p:nvSpPr>
        <p:spPr>
          <a:xfrm rot="10800000">
            <a:off x="5324576" y="3508056"/>
            <a:ext cx="717801" cy="46419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SK-12-text-29">
            <a:extLst>
              <a:ext uri="{FF2B5EF4-FFF2-40B4-BE49-F238E27FC236}">
                <a16:creationId xmlns:a16="http://schemas.microsoft.com/office/drawing/2014/main" id="{A1BD2327-DEF7-7A5A-676C-E77DA39116CB}"/>
              </a:ext>
            </a:extLst>
          </p:cNvPr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63" name="SK-3-text-30">
            <a:extLst>
              <a:ext uri="{FF2B5EF4-FFF2-40B4-BE49-F238E27FC236}">
                <a16:creationId xmlns:a16="http://schemas.microsoft.com/office/drawing/2014/main" id="{4CDB10F4-CFA4-9D82-998B-E70FA65304E9}"/>
              </a:ext>
            </a:extLst>
          </p:cNvPr>
          <p:cNvSpPr/>
          <p:nvPr/>
        </p:nvSpPr>
        <p:spPr>
          <a:xfrm>
            <a:off x="571500" y="733425"/>
            <a:ext cx="11210925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825"/>
              </a:lnSpc>
            </a:pPr>
            <a:r>
              <a:rPr lang="en-US" altLang="ko-KR" sz="240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C-3. </a:t>
            </a:r>
            <a:r>
              <a:rPr lang="en-US" altLang="ko-KR" sz="2400" b="1" kern="0" spc="-43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Signal Forge: 7개 </a:t>
            </a:r>
            <a:r>
              <a:rPr lang="en-US" altLang="ko-KR" sz="2400" b="1" kern="0" spc="-43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</a:t>
            </a:r>
            <a:r>
              <a:rPr lang="en-US" altLang="ko-KR" sz="2400" b="1" kern="0" spc="-43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400" b="1" kern="0" spc="-43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에이전트의</a:t>
            </a:r>
            <a:r>
              <a:rPr lang="en-US" altLang="ko-KR" sz="2400" b="1" kern="0" spc="-43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400" b="1" kern="0" spc="-43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</a:t>
            </a:r>
            <a:r>
              <a:rPr lang="en-US" altLang="ko-KR" sz="2400" b="1" kern="0" spc="-43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400" b="1" kern="0" spc="-43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판단과</a:t>
            </a:r>
            <a:r>
              <a:rPr lang="en-US" altLang="ko-KR" sz="2400" b="1" kern="0" spc="-43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400" b="1" kern="0" spc="-43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</a:t>
            </a:r>
            <a:r>
              <a:rPr lang="en-US" altLang="ko-KR" sz="2400" b="1" kern="0" spc="-43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400" b="1" kern="0" spc="-43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결단</a:t>
            </a:r>
            <a:endParaRPr lang="en-US" sz="2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3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3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</p:pic>
      <p:pic>
        <p:nvPicPr>
          <p:cNvPr id="4" name="SK-13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"/>
            <a:ext cx="2122289" cy="276225"/>
          </a:xfrm>
          <a:prstGeom prst="rect">
            <a:avLst/>
          </a:prstGeom>
        </p:spPr>
      </p:pic>
      <p:pic>
        <p:nvPicPr>
          <p:cNvPr id="5" name="SK-13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438150"/>
            <a:ext cx="8812411" cy="9525"/>
          </a:xfrm>
          <a:prstGeom prst="rect">
            <a:avLst/>
          </a:prstGeom>
        </p:spPr>
      </p:pic>
      <p:pic>
        <p:nvPicPr>
          <p:cNvPr id="6" name="SK-13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90675"/>
            <a:ext cx="2676525" cy="404813"/>
          </a:xfrm>
          <a:prstGeom prst="rect">
            <a:avLst/>
          </a:prstGeom>
        </p:spPr>
      </p:pic>
      <p:pic>
        <p:nvPicPr>
          <p:cNvPr id="7" name="SK-13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705421"/>
            <a:ext cx="214313" cy="175320"/>
          </a:xfrm>
          <a:prstGeom prst="rect">
            <a:avLst/>
          </a:prstGeom>
        </p:spPr>
      </p:pic>
      <p:pic>
        <p:nvPicPr>
          <p:cNvPr id="8" name="SK-13-img-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2325" y="1590675"/>
            <a:ext cx="2676525" cy="404813"/>
          </a:xfrm>
          <a:prstGeom prst="rect">
            <a:avLst/>
          </a:prstGeom>
        </p:spPr>
      </p:pic>
      <p:pic>
        <p:nvPicPr>
          <p:cNvPr id="9" name="SK-13-img-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6625" y="1705421"/>
            <a:ext cx="214313" cy="175320"/>
          </a:xfrm>
          <a:prstGeom prst="rect">
            <a:avLst/>
          </a:prstGeom>
        </p:spPr>
      </p:pic>
      <p:pic>
        <p:nvPicPr>
          <p:cNvPr id="10" name="SK-13-img-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3150" y="1590675"/>
            <a:ext cx="2676525" cy="404813"/>
          </a:xfrm>
          <a:prstGeom prst="rect">
            <a:avLst/>
          </a:prstGeom>
        </p:spPr>
      </p:pic>
      <p:pic>
        <p:nvPicPr>
          <p:cNvPr id="11" name="SK-13-img-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7450" y="1705421"/>
            <a:ext cx="214313" cy="175320"/>
          </a:xfrm>
          <a:prstGeom prst="rect">
            <a:avLst/>
          </a:prstGeom>
        </p:spPr>
      </p:pic>
      <p:pic>
        <p:nvPicPr>
          <p:cNvPr id="12" name="SK-13-img-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3975" y="1590675"/>
            <a:ext cx="2676525" cy="404813"/>
          </a:xfrm>
          <a:prstGeom prst="rect">
            <a:avLst/>
          </a:prstGeom>
        </p:spPr>
      </p:pic>
      <p:pic>
        <p:nvPicPr>
          <p:cNvPr id="13" name="SK-13-img-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58275" y="1705421"/>
            <a:ext cx="214313" cy="175320"/>
          </a:xfrm>
          <a:prstGeom prst="rect">
            <a:avLst/>
          </a:prstGeom>
        </p:spPr>
      </p:pic>
      <p:pic>
        <p:nvPicPr>
          <p:cNvPr id="14" name="SK-13-img-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76938" y="2052637"/>
            <a:ext cx="238125" cy="190500"/>
          </a:xfrm>
          <a:prstGeom prst="rect">
            <a:avLst/>
          </a:prstGeom>
        </p:spPr>
      </p:pic>
      <p:pic>
        <p:nvPicPr>
          <p:cNvPr id="15" name="SK-13-img-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2595563"/>
            <a:ext cx="11049000" cy="1125736"/>
          </a:xfrm>
          <a:prstGeom prst="rect">
            <a:avLst/>
          </a:prstGeom>
        </p:spPr>
      </p:pic>
      <p:pic>
        <p:nvPicPr>
          <p:cNvPr id="16" name="SK-13-img-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3900" y="2719388"/>
            <a:ext cx="3479750" cy="878086"/>
          </a:xfrm>
          <a:prstGeom prst="rect">
            <a:avLst/>
          </a:prstGeom>
        </p:spPr>
      </p:pic>
      <p:pic>
        <p:nvPicPr>
          <p:cNvPr id="18" name="SK-13-img-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56050" y="2719388"/>
            <a:ext cx="3479750" cy="878086"/>
          </a:xfrm>
          <a:prstGeom prst="rect">
            <a:avLst/>
          </a:prstGeom>
        </p:spPr>
      </p:pic>
      <p:pic>
        <p:nvPicPr>
          <p:cNvPr id="19" name="SK-13-img-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70350" y="2867025"/>
            <a:ext cx="190500" cy="152400"/>
          </a:xfrm>
          <a:prstGeom prst="rect">
            <a:avLst/>
          </a:prstGeom>
        </p:spPr>
      </p:pic>
      <p:pic>
        <p:nvPicPr>
          <p:cNvPr id="20" name="SK-13-img-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88201" y="2719388"/>
            <a:ext cx="3479899" cy="878086"/>
          </a:xfrm>
          <a:prstGeom prst="rect">
            <a:avLst/>
          </a:prstGeom>
        </p:spPr>
      </p:pic>
      <p:pic>
        <p:nvPicPr>
          <p:cNvPr id="22" name="SK-13-img-2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76938" y="3778448"/>
            <a:ext cx="238125" cy="190500"/>
          </a:xfrm>
          <a:prstGeom prst="rect">
            <a:avLst/>
          </a:prstGeom>
        </p:spPr>
      </p:pic>
      <p:pic>
        <p:nvPicPr>
          <p:cNvPr id="23" name="SK-13-img-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4321373"/>
            <a:ext cx="6538020" cy="738188"/>
          </a:xfrm>
          <a:prstGeom prst="rect">
            <a:avLst/>
          </a:prstGeom>
        </p:spPr>
      </p:pic>
      <p:pic>
        <p:nvPicPr>
          <p:cNvPr id="24" name="SK-13-img-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800" y="4416623"/>
            <a:ext cx="6309420" cy="228600"/>
          </a:xfrm>
          <a:prstGeom prst="rect">
            <a:avLst/>
          </a:prstGeom>
        </p:spPr>
      </p:pic>
      <p:pic>
        <p:nvPicPr>
          <p:cNvPr id="25" name="SK-13-img-24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5800" y="4721423"/>
            <a:ext cx="1457325" cy="242888"/>
          </a:xfrm>
          <a:prstGeom prst="rect">
            <a:avLst/>
          </a:prstGeom>
        </p:spPr>
      </p:pic>
      <p:pic>
        <p:nvPicPr>
          <p:cNvPr id="26" name="SK-13-img-2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219325" y="4721423"/>
            <a:ext cx="1676400" cy="242888"/>
          </a:xfrm>
          <a:prstGeom prst="rect">
            <a:avLst/>
          </a:prstGeom>
        </p:spPr>
      </p:pic>
      <p:pic>
        <p:nvPicPr>
          <p:cNvPr id="27" name="SK-13-img-26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71925" y="4721423"/>
            <a:ext cx="1390650" cy="242888"/>
          </a:xfrm>
          <a:prstGeom prst="rect">
            <a:avLst/>
          </a:prstGeom>
        </p:spPr>
      </p:pic>
      <p:pic>
        <p:nvPicPr>
          <p:cNvPr id="28" name="SK-13-img-2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261920" y="4321373"/>
            <a:ext cx="4358580" cy="314325"/>
          </a:xfrm>
          <a:prstGeom prst="rect">
            <a:avLst/>
          </a:prstGeom>
        </p:spPr>
      </p:pic>
      <p:pic>
        <p:nvPicPr>
          <p:cNvPr id="29" name="SK-13-img-28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376220" y="4409926"/>
            <a:ext cx="166688" cy="137220"/>
          </a:xfrm>
          <a:prstGeom prst="rect">
            <a:avLst/>
          </a:prstGeom>
        </p:spPr>
      </p:pic>
      <p:pic>
        <p:nvPicPr>
          <p:cNvPr id="30" name="SK-13-img-29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261920" y="4664273"/>
            <a:ext cx="4358580" cy="314325"/>
          </a:xfrm>
          <a:prstGeom prst="rect">
            <a:avLst/>
          </a:prstGeom>
        </p:spPr>
      </p:pic>
      <p:pic>
        <p:nvPicPr>
          <p:cNvPr id="31" name="SK-13-img-30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376220" y="4752826"/>
            <a:ext cx="166688" cy="137220"/>
          </a:xfrm>
          <a:prstGeom prst="rect">
            <a:avLst/>
          </a:prstGeom>
        </p:spPr>
      </p:pic>
      <p:pic>
        <p:nvPicPr>
          <p:cNvPr id="32" name="SK-13-img-3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261920" y="5007173"/>
            <a:ext cx="4358580" cy="314325"/>
          </a:xfrm>
          <a:prstGeom prst="rect">
            <a:avLst/>
          </a:prstGeom>
        </p:spPr>
      </p:pic>
      <p:pic>
        <p:nvPicPr>
          <p:cNvPr id="33" name="SK-13-img-32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376220" y="5095726"/>
            <a:ext cx="166688" cy="137220"/>
          </a:xfrm>
          <a:prstGeom prst="rect">
            <a:avLst/>
          </a:prstGeom>
        </p:spPr>
      </p:pic>
      <p:pic>
        <p:nvPicPr>
          <p:cNvPr id="34" name="SK-13-img-33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71500" y="5502473"/>
            <a:ext cx="11049000" cy="404813"/>
          </a:xfrm>
          <a:prstGeom prst="rect">
            <a:avLst/>
          </a:prstGeom>
        </p:spPr>
      </p:pic>
      <p:pic>
        <p:nvPicPr>
          <p:cNvPr id="35" name="SK-13-img-34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62000" y="5607248"/>
            <a:ext cx="885825" cy="195263"/>
          </a:xfrm>
          <a:prstGeom prst="rect">
            <a:avLst/>
          </a:prstGeom>
        </p:spPr>
      </p:pic>
      <p:sp>
        <p:nvSpPr>
          <p:cNvPr id="36" name="SK-13-text-35"/>
          <p:cNvSpPr/>
          <p:nvPr/>
        </p:nvSpPr>
        <p:spPr>
          <a:xfrm>
            <a:off x="647700" y="3048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7" name="SK-13-text-36"/>
          <p:cNvSpPr/>
          <p:nvPr/>
        </p:nvSpPr>
        <p:spPr>
          <a:xfrm>
            <a:off x="571500" y="657225"/>
            <a:ext cx="11620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C-4. </a:t>
            </a:r>
            <a:r>
              <a:rPr lang="ko-KR" alt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대응을 위한 협동</a:t>
            </a: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Agent 설계: 아키텍처 및 프로세스</a:t>
            </a:r>
            <a:endParaRPr lang="en-US" sz="2550" dirty="0"/>
          </a:p>
        </p:txBody>
      </p:sp>
      <p:sp>
        <p:nvSpPr>
          <p:cNvPr id="38" name="SK-13-text-37"/>
          <p:cNvSpPr/>
          <p:nvPr/>
        </p:nvSpPr>
        <p:spPr>
          <a:xfrm>
            <a:off x="571500" y="1295400"/>
            <a:ext cx="1112520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CA3AF"/>
                </a:solidFill>
              </a:rPr>
              <a:t>INPUT LAYER — 데이터 수집</a:t>
            </a:r>
            <a:endParaRPr lang="en-US" sz="900" dirty="0"/>
          </a:p>
        </p:txBody>
      </p:sp>
      <p:sp>
        <p:nvSpPr>
          <p:cNvPr id="39" name="SK-13-text-38"/>
          <p:cNvSpPr/>
          <p:nvPr/>
        </p:nvSpPr>
        <p:spPr>
          <a:xfrm>
            <a:off x="995363" y="1685925"/>
            <a:ext cx="31623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/ EVM (전체 부문)</a:t>
            </a:r>
            <a:endParaRPr lang="en-US" sz="1125" dirty="0"/>
          </a:p>
        </p:txBody>
      </p:sp>
      <p:sp>
        <p:nvSpPr>
          <p:cNvPr id="40" name="SK-13-text-39"/>
          <p:cNvSpPr/>
          <p:nvPr/>
        </p:nvSpPr>
        <p:spPr>
          <a:xfrm>
            <a:off x="3786188" y="1685925"/>
            <a:ext cx="19621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텔레메트리 (파일럿)</a:t>
            </a:r>
            <a:endParaRPr lang="en-US" sz="1125" dirty="0"/>
          </a:p>
        </p:txBody>
      </p:sp>
      <p:sp>
        <p:nvSpPr>
          <p:cNvPr id="41" name="SK-13-text-40"/>
          <p:cNvSpPr/>
          <p:nvPr/>
        </p:nvSpPr>
        <p:spPr>
          <a:xfrm>
            <a:off x="6577013" y="1685925"/>
            <a:ext cx="24765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로그 (메신저 포함)</a:t>
            </a:r>
            <a:endParaRPr lang="en-US" sz="1125" dirty="0"/>
          </a:p>
        </p:txBody>
      </p:sp>
      <p:sp>
        <p:nvSpPr>
          <p:cNvPr id="42" name="SK-13-text-41"/>
          <p:cNvSpPr/>
          <p:nvPr/>
        </p:nvSpPr>
        <p:spPr>
          <a:xfrm>
            <a:off x="9367838" y="1685925"/>
            <a:ext cx="2824163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파트너 (Helion 등)</a:t>
            </a:r>
            <a:endParaRPr lang="en-US" sz="1125" dirty="0"/>
          </a:p>
        </p:txBody>
      </p:sp>
      <p:sp>
        <p:nvSpPr>
          <p:cNvPr id="43" name="SK-13-text-42"/>
          <p:cNvSpPr/>
          <p:nvPr/>
        </p:nvSpPr>
        <p:spPr>
          <a:xfrm>
            <a:off x="571500" y="2300288"/>
            <a:ext cx="1112520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CA3AF"/>
                </a:solidFill>
              </a:rPr>
              <a:t>PROCESSING LAYER — 3중 검증 엔진</a:t>
            </a:r>
            <a:endParaRPr lang="en-US" sz="900" dirty="0"/>
          </a:p>
        </p:txBody>
      </p:sp>
      <p:sp>
        <p:nvSpPr>
          <p:cNvPr id="44" name="SK-13-text-43"/>
          <p:cNvSpPr/>
          <p:nvPr/>
        </p:nvSpPr>
        <p:spPr>
          <a:xfrm>
            <a:off x="1104900" y="2814638"/>
            <a:ext cx="378904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Cost Protector / Change Guardian</a:t>
            </a:r>
            <a:endParaRPr lang="en-US" sz="1150" dirty="0"/>
          </a:p>
        </p:txBody>
      </p:sp>
      <p:sp>
        <p:nvSpPr>
          <p:cNvPr id="45" name="SK-13-text-44"/>
          <p:cNvSpPr/>
          <p:nvPr/>
        </p:nvSpPr>
        <p:spPr>
          <a:xfrm>
            <a:off x="838200" y="3128963"/>
            <a:ext cx="3251150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 지표와 실제 원자료를 대조하여 괴리 감지 (예: SC-03 93% vs 58%)</a:t>
            </a:r>
            <a:endParaRPr lang="en-US" sz="1050" dirty="0"/>
          </a:p>
        </p:txBody>
      </p:sp>
      <p:sp>
        <p:nvSpPr>
          <p:cNvPr id="46" name="SK-13-text-45"/>
          <p:cNvSpPr/>
          <p:nvPr/>
        </p:nvSpPr>
        <p:spPr>
          <a:xfrm>
            <a:off x="4737050" y="2814638"/>
            <a:ext cx="3060651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Stakeholder Pulse / Cost Protector</a:t>
            </a:r>
            <a:endParaRPr lang="en-US" sz="1150" dirty="0"/>
          </a:p>
        </p:txBody>
      </p:sp>
      <p:sp>
        <p:nvSpPr>
          <p:cNvPr id="47" name="SK-13-text-46"/>
          <p:cNvSpPr/>
          <p:nvPr/>
        </p:nvSpPr>
        <p:spPr>
          <a:xfrm>
            <a:off x="4470350" y="3128963"/>
            <a:ext cx="3251150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편익(Outcome) 선행지표 실시간 추적 및 임계치 이탈 경고</a:t>
            </a:r>
            <a:endParaRPr lang="en-US" sz="1050" dirty="0"/>
          </a:p>
        </p:txBody>
      </p:sp>
      <p:sp>
        <p:nvSpPr>
          <p:cNvPr id="48" name="SK-13-text-47"/>
          <p:cNvSpPr/>
          <p:nvPr/>
        </p:nvSpPr>
        <p:spPr>
          <a:xfrm>
            <a:off x="8369201" y="2814638"/>
            <a:ext cx="3251299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Governance Watchdog / Stakeholder Pulse</a:t>
            </a:r>
            <a:endParaRPr lang="en-US" sz="1150" dirty="0"/>
          </a:p>
        </p:txBody>
      </p:sp>
      <p:sp>
        <p:nvSpPr>
          <p:cNvPr id="49" name="SK-13-text-48"/>
          <p:cNvSpPr/>
          <p:nvPr/>
        </p:nvSpPr>
        <p:spPr>
          <a:xfrm>
            <a:off x="8102501" y="3128963"/>
            <a:ext cx="3251299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리전 기록 대조 및 비공식 채널의 결정 사항 자동 추출</a:t>
            </a:r>
            <a:endParaRPr lang="en-US" sz="1050" dirty="0"/>
          </a:p>
        </p:txBody>
      </p:sp>
      <p:sp>
        <p:nvSpPr>
          <p:cNvPr id="50" name="SK-13-text-49"/>
          <p:cNvSpPr/>
          <p:nvPr/>
        </p:nvSpPr>
        <p:spPr>
          <a:xfrm>
            <a:off x="571500" y="4026098"/>
            <a:ext cx="66142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CA3AF"/>
                </a:solidFill>
              </a:rPr>
              <a:t>OUTPUT LAYER — 투명한 보고</a:t>
            </a:r>
            <a:endParaRPr lang="en-US" sz="900" dirty="0"/>
          </a:p>
        </p:txBody>
      </p:sp>
      <p:sp>
        <p:nvSpPr>
          <p:cNvPr id="51" name="SK-13-text-50"/>
          <p:cNvSpPr/>
          <p:nvPr/>
        </p:nvSpPr>
        <p:spPr>
          <a:xfrm>
            <a:off x="762000" y="4416623"/>
            <a:ext cx="63094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Integrated Health Report</a:t>
            </a:r>
            <a:endParaRPr lang="en-US" sz="1200" dirty="0"/>
          </a:p>
        </p:txBody>
      </p:sp>
      <p:sp>
        <p:nvSpPr>
          <p:cNvPr id="52" name="SK-13-text-51"/>
          <p:cNvSpPr/>
          <p:nvPr/>
        </p:nvSpPr>
        <p:spPr>
          <a:xfrm>
            <a:off x="781050" y="4721423"/>
            <a:ext cx="227203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 지표 (기존 SC)</a:t>
            </a:r>
            <a:endParaRPr lang="en-US" sz="975" dirty="0"/>
          </a:p>
        </p:txBody>
      </p:sp>
      <p:sp>
        <p:nvSpPr>
          <p:cNvPr id="53" name="SK-13-text-52"/>
          <p:cNvSpPr/>
          <p:nvPr/>
        </p:nvSpPr>
        <p:spPr>
          <a:xfrm>
            <a:off x="2314575" y="4721423"/>
            <a:ext cx="2578591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Outcome 지표 (BEN 선행)</a:t>
            </a:r>
            <a:endParaRPr lang="en-US" sz="975" dirty="0"/>
          </a:p>
        </p:txBody>
      </p:sp>
      <p:sp>
        <p:nvSpPr>
          <p:cNvPr id="54" name="SK-13-text-53"/>
          <p:cNvSpPr/>
          <p:nvPr/>
        </p:nvSpPr>
        <p:spPr>
          <a:xfrm>
            <a:off x="4067175" y="4721423"/>
            <a:ext cx="1615022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괴리 및 리스크</a:t>
            </a:r>
            <a:endParaRPr lang="en-US" sz="975" dirty="0"/>
          </a:p>
        </p:txBody>
      </p:sp>
      <p:sp>
        <p:nvSpPr>
          <p:cNvPr id="55" name="SK-13-text-54"/>
          <p:cNvSpPr/>
          <p:nvPr/>
        </p:nvSpPr>
        <p:spPr>
          <a:xfrm>
            <a:off x="7261920" y="4026098"/>
            <a:ext cx="44347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CA3AF"/>
                </a:solidFill>
              </a:rPr>
              <a:t>ACTION LAYER — 자동 에스컬레이션</a:t>
            </a:r>
            <a:endParaRPr lang="en-US" sz="900" dirty="0"/>
          </a:p>
        </p:txBody>
      </p:sp>
      <p:sp>
        <p:nvSpPr>
          <p:cNvPr id="56" name="SK-13-text-55"/>
          <p:cNvSpPr/>
          <p:nvPr/>
        </p:nvSpPr>
        <p:spPr>
          <a:xfrm>
            <a:off x="7638157" y="4378523"/>
            <a:ext cx="32766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괴리 발견 시 PM/스폰서 즉시 알림</a:t>
            </a:r>
            <a:endParaRPr lang="en-US" sz="1050" dirty="0"/>
          </a:p>
        </p:txBody>
      </p:sp>
      <p:sp>
        <p:nvSpPr>
          <p:cNvPr id="57" name="SK-13-text-56"/>
          <p:cNvSpPr/>
          <p:nvPr/>
        </p:nvSpPr>
        <p:spPr>
          <a:xfrm>
            <a:off x="7638157" y="4721423"/>
            <a:ext cx="32766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변경 감지 시 CR 초안 생성</a:t>
            </a:r>
            <a:endParaRPr lang="en-US" sz="1050" dirty="0"/>
          </a:p>
        </p:txBody>
      </p:sp>
      <p:sp>
        <p:nvSpPr>
          <p:cNvPr id="58" name="SK-13-text-57"/>
          <p:cNvSpPr/>
          <p:nvPr/>
        </p:nvSpPr>
        <p:spPr>
          <a:xfrm>
            <a:off x="7638157" y="5064323"/>
            <a:ext cx="343662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임계치 초과 시 Risk Oracle </a:t>
            </a:r>
            <a:r>
              <a:rPr lang="en-US" sz="1050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</a:t>
            </a: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등록 제안</a:t>
            </a:r>
            <a:endParaRPr lang="en-US" sz="1050" dirty="0"/>
          </a:p>
        </p:txBody>
      </p:sp>
      <p:sp>
        <p:nvSpPr>
          <p:cNvPr id="59" name="SK-13-text-58"/>
          <p:cNvSpPr/>
          <p:nvPr/>
        </p:nvSpPr>
        <p:spPr>
          <a:xfrm>
            <a:off x="838200" y="5597723"/>
            <a:ext cx="3990975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GOVERNANCE</a:t>
            </a: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제안만 수행, 최종 의사결정은 인간의 영역</a:t>
            </a:r>
            <a:endParaRPr lang="en-US" sz="1125" dirty="0"/>
          </a:p>
        </p:txBody>
      </p:sp>
      <p:sp>
        <p:nvSpPr>
          <p:cNvPr id="60" name="SK-13-text-59"/>
          <p:cNvSpPr/>
          <p:nvPr/>
        </p:nvSpPr>
        <p:spPr>
          <a:xfrm>
            <a:off x="9286875" y="5604867"/>
            <a:ext cx="290512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보고서에 사람 검토자 서명 필수</a:t>
            </a:r>
            <a:endParaRPr lang="en-US" sz="1050" dirty="0"/>
          </a:p>
        </p:txBody>
      </p:sp>
      <p:pic>
        <p:nvPicPr>
          <p:cNvPr id="61" name="SK-12-img-24" descr="preencoded.png">
            <a:extLst>
              <a:ext uri="{FF2B5EF4-FFF2-40B4-BE49-F238E27FC236}">
                <a16:creationId xmlns:a16="http://schemas.microsoft.com/office/drawing/2014/main" id="{92420DA5-52D2-CC46-D403-704945DD3BB8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102798" y="2897480"/>
            <a:ext cx="202406" cy="163711"/>
          </a:xfrm>
          <a:prstGeom prst="rect">
            <a:avLst/>
          </a:prstGeom>
        </p:spPr>
      </p:pic>
      <p:pic>
        <p:nvPicPr>
          <p:cNvPr id="62" name="SK-12-img-16" descr="preencoded.png">
            <a:extLst>
              <a:ext uri="{FF2B5EF4-FFF2-40B4-BE49-F238E27FC236}">
                <a16:creationId xmlns:a16="http://schemas.microsoft.com/office/drawing/2014/main" id="{582C2E94-63F3-8BE6-9EA2-F45CC3F9AF42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98910" y="2889052"/>
            <a:ext cx="202406" cy="16371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4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4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4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14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14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04950"/>
            <a:ext cx="3879205" cy="4972050"/>
          </a:xfrm>
          <a:prstGeom prst="rect">
            <a:avLst/>
          </a:prstGeom>
        </p:spPr>
      </p:pic>
      <p:pic>
        <p:nvPicPr>
          <p:cNvPr id="7" name="SK-14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600575"/>
            <a:ext cx="2971800" cy="381000"/>
          </a:xfrm>
          <a:prstGeom prst="rect">
            <a:avLst/>
          </a:prstGeom>
        </p:spPr>
      </p:pic>
      <p:pic>
        <p:nvPicPr>
          <p:cNvPr id="8" name="SK-14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4730055"/>
            <a:ext cx="190500" cy="152400"/>
          </a:xfrm>
          <a:prstGeom prst="rect">
            <a:avLst/>
          </a:prstGeom>
        </p:spPr>
      </p:pic>
      <p:pic>
        <p:nvPicPr>
          <p:cNvPr id="9" name="SK-14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31705" y="1504950"/>
            <a:ext cx="6788795" cy="950416"/>
          </a:xfrm>
          <a:prstGeom prst="rect">
            <a:avLst/>
          </a:prstGeom>
        </p:spPr>
      </p:pic>
      <p:pic>
        <p:nvPicPr>
          <p:cNvPr id="10" name="SK-14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46005" y="1660178"/>
            <a:ext cx="214313" cy="175320"/>
          </a:xfrm>
          <a:prstGeom prst="rect">
            <a:avLst/>
          </a:prstGeom>
        </p:spPr>
      </p:pic>
      <p:pic>
        <p:nvPicPr>
          <p:cNvPr id="11" name="SK-14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31705" y="2645866"/>
            <a:ext cx="6788795" cy="3154859"/>
          </a:xfrm>
          <a:prstGeom prst="rect">
            <a:avLst/>
          </a:prstGeom>
        </p:spPr>
      </p:pic>
      <p:pic>
        <p:nvPicPr>
          <p:cNvPr id="12" name="SK-14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31705" y="2645866"/>
            <a:ext cx="1697087" cy="428625"/>
          </a:xfrm>
          <a:prstGeom prst="rect">
            <a:avLst/>
          </a:prstGeom>
        </p:spPr>
      </p:pic>
      <p:pic>
        <p:nvPicPr>
          <p:cNvPr id="13" name="SK-14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28792" y="2645866"/>
            <a:ext cx="2376041" cy="428625"/>
          </a:xfrm>
          <a:prstGeom prst="rect">
            <a:avLst/>
          </a:prstGeom>
        </p:spPr>
      </p:pic>
      <p:pic>
        <p:nvPicPr>
          <p:cNvPr id="14" name="SK-14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04833" y="2645866"/>
            <a:ext cx="1018282" cy="428625"/>
          </a:xfrm>
          <a:prstGeom prst="rect">
            <a:avLst/>
          </a:prstGeom>
        </p:spPr>
      </p:pic>
      <p:pic>
        <p:nvPicPr>
          <p:cNvPr id="15" name="SK-14-img-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23115" y="2645866"/>
            <a:ext cx="1697385" cy="428625"/>
          </a:xfrm>
          <a:prstGeom prst="rect">
            <a:avLst/>
          </a:prstGeom>
        </p:spPr>
      </p:pic>
      <p:pic>
        <p:nvPicPr>
          <p:cNvPr id="16" name="SK-14-img-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31705" y="3074491"/>
            <a:ext cx="1697087" cy="908745"/>
          </a:xfrm>
          <a:prstGeom prst="rect">
            <a:avLst/>
          </a:prstGeom>
        </p:spPr>
      </p:pic>
      <p:pic>
        <p:nvPicPr>
          <p:cNvPr id="17" name="SK-14-img-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28792" y="3074491"/>
            <a:ext cx="2376041" cy="908745"/>
          </a:xfrm>
          <a:prstGeom prst="rect">
            <a:avLst/>
          </a:prstGeom>
        </p:spPr>
      </p:pic>
      <p:pic>
        <p:nvPicPr>
          <p:cNvPr id="18" name="SK-14-img-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04833" y="3074491"/>
            <a:ext cx="1018282" cy="908745"/>
          </a:xfrm>
          <a:prstGeom prst="rect">
            <a:avLst/>
          </a:prstGeom>
        </p:spPr>
      </p:pic>
      <p:pic>
        <p:nvPicPr>
          <p:cNvPr id="19" name="SK-14-img-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23115" y="3074491"/>
            <a:ext cx="1697385" cy="908745"/>
          </a:xfrm>
          <a:prstGeom prst="rect">
            <a:avLst/>
          </a:prstGeom>
        </p:spPr>
      </p:pic>
      <p:pic>
        <p:nvPicPr>
          <p:cNvPr id="20" name="SK-14-img-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31705" y="3983236"/>
            <a:ext cx="1697087" cy="908745"/>
          </a:xfrm>
          <a:prstGeom prst="rect">
            <a:avLst/>
          </a:prstGeom>
        </p:spPr>
      </p:pic>
      <p:pic>
        <p:nvPicPr>
          <p:cNvPr id="21" name="SK-14-img-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28792" y="3983236"/>
            <a:ext cx="2376041" cy="908745"/>
          </a:xfrm>
          <a:prstGeom prst="rect">
            <a:avLst/>
          </a:prstGeom>
        </p:spPr>
      </p:pic>
      <p:pic>
        <p:nvPicPr>
          <p:cNvPr id="22" name="SK-14-img-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04833" y="3983236"/>
            <a:ext cx="1018282" cy="908745"/>
          </a:xfrm>
          <a:prstGeom prst="rect">
            <a:avLst/>
          </a:prstGeom>
        </p:spPr>
      </p:pic>
      <p:pic>
        <p:nvPicPr>
          <p:cNvPr id="23" name="SK-14-img-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923115" y="3983236"/>
            <a:ext cx="1697385" cy="908745"/>
          </a:xfrm>
          <a:prstGeom prst="rect">
            <a:avLst/>
          </a:prstGeom>
        </p:spPr>
      </p:pic>
      <p:pic>
        <p:nvPicPr>
          <p:cNvPr id="24" name="SK-14-img-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831705" y="4891980"/>
            <a:ext cx="1697087" cy="908745"/>
          </a:xfrm>
          <a:prstGeom prst="rect">
            <a:avLst/>
          </a:prstGeom>
        </p:spPr>
      </p:pic>
      <p:pic>
        <p:nvPicPr>
          <p:cNvPr id="25" name="SK-14-img-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28792" y="4891980"/>
            <a:ext cx="2376041" cy="908745"/>
          </a:xfrm>
          <a:prstGeom prst="rect">
            <a:avLst/>
          </a:prstGeom>
        </p:spPr>
      </p:pic>
      <p:pic>
        <p:nvPicPr>
          <p:cNvPr id="26" name="SK-14-img-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904833" y="4891980"/>
            <a:ext cx="1018282" cy="908745"/>
          </a:xfrm>
          <a:prstGeom prst="rect">
            <a:avLst/>
          </a:prstGeom>
        </p:spPr>
      </p:pic>
      <p:pic>
        <p:nvPicPr>
          <p:cNvPr id="27" name="SK-14-img-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923115" y="4891980"/>
            <a:ext cx="1697385" cy="908745"/>
          </a:xfrm>
          <a:prstGeom prst="rect">
            <a:avLst/>
          </a:prstGeom>
        </p:spPr>
      </p:pic>
      <p:pic>
        <p:nvPicPr>
          <p:cNvPr id="28" name="SK-14-img-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831705" y="5991225"/>
            <a:ext cx="3318123" cy="485775"/>
          </a:xfrm>
          <a:prstGeom prst="rect">
            <a:avLst/>
          </a:prstGeom>
        </p:spPr>
      </p:pic>
      <p:pic>
        <p:nvPicPr>
          <p:cNvPr id="29" name="SK-14-img-28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02228" y="5991225"/>
            <a:ext cx="3318272" cy="485775"/>
          </a:xfrm>
          <a:prstGeom prst="rect">
            <a:avLst/>
          </a:prstGeom>
        </p:spPr>
      </p:pic>
      <p:sp>
        <p:nvSpPr>
          <p:cNvPr id="30" name="SK-14-text-29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1" name="SK-14-text-30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C-5. </a:t>
            </a:r>
            <a:r>
              <a:rPr lang="ko-KR" alt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</a:t>
            </a: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1: Stakeholder Pulse / Cost Protector </a:t>
            </a:r>
            <a:r>
              <a:rPr lang="en-US" sz="2550" b="1" kern="0" spc="-41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</a:t>
            </a: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550" b="1" kern="0" spc="-41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</a:t>
            </a:r>
            <a:endParaRPr lang="en-US" sz="2550" dirty="0"/>
          </a:p>
        </p:txBody>
      </p:sp>
      <p:sp>
        <p:nvSpPr>
          <p:cNvPr id="32" name="SK-14-text-31"/>
          <p:cNvSpPr/>
          <p:nvPr/>
        </p:nvSpPr>
        <p:spPr>
          <a:xfrm>
            <a:off x="571499" y="3000375"/>
            <a:ext cx="5275627" cy="1371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5400"/>
              </a:lnSpc>
              <a:buNone/>
            </a:pPr>
            <a:r>
              <a:rPr lang="en-US" sz="4000" b="1" kern="0" spc="-24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</a:t>
            </a:r>
            <a:endParaRPr lang="en-US" sz="4000" dirty="0"/>
          </a:p>
          <a:p>
            <a:pPr marL="0" indent="0">
              <a:lnSpc>
                <a:spcPts val="5400"/>
              </a:lnSpc>
              <a:buNone/>
            </a:pPr>
            <a:r>
              <a:rPr lang="en-US" sz="4000" b="1" kern="0" spc="-240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Transformers</a:t>
            </a:r>
            <a:endParaRPr lang="en-US" sz="4000" dirty="0"/>
          </a:p>
        </p:txBody>
      </p:sp>
      <p:sp>
        <p:nvSpPr>
          <p:cNvPr id="33" name="SK-14-text-32"/>
          <p:cNvSpPr/>
          <p:nvPr/>
        </p:nvSpPr>
        <p:spPr>
          <a:xfrm>
            <a:off x="914400" y="4600575"/>
            <a:ext cx="4267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</a:rPr>
              <a:t>Stakeholder Pulse / Cost Protector</a:t>
            </a:r>
            <a:endParaRPr lang="en-US" sz="1200" dirty="0"/>
          </a:p>
        </p:txBody>
      </p:sp>
      <p:sp>
        <p:nvSpPr>
          <p:cNvPr id="34" name="SK-14-text-33"/>
          <p:cNvSpPr/>
          <p:nvPr/>
        </p:nvSpPr>
        <p:spPr>
          <a:xfrm>
            <a:off x="5236518" y="1619250"/>
            <a:ext cx="656019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역할 및 로직</a:t>
            </a:r>
            <a:endParaRPr lang="en-US" sz="1350" dirty="0"/>
          </a:p>
        </p:txBody>
      </p:sp>
      <p:sp>
        <p:nvSpPr>
          <p:cNvPr id="35" name="SK-14-text-34"/>
          <p:cNvSpPr/>
          <p:nvPr/>
        </p:nvSpPr>
        <p:spPr>
          <a:xfrm>
            <a:off x="4946005" y="1914525"/>
            <a:ext cx="6560195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산출물(Output)과 편익(Outcome)의 괴리를 감시합니다. "기능은 완성됐으나 고객이 사용하지 않는 상황"을 실시간 탐지하여 가치 달성 위험을 경고합니다.</a:t>
            </a:r>
            <a:endParaRPr lang="en-US" sz="1200" dirty="0"/>
          </a:p>
        </p:txBody>
      </p:sp>
      <p:sp>
        <p:nvSpPr>
          <p:cNvPr id="36" name="SK-14-text-35"/>
          <p:cNvSpPr/>
          <p:nvPr/>
        </p:nvSpPr>
        <p:spPr>
          <a:xfrm>
            <a:off x="4946005" y="2645866"/>
            <a:ext cx="2014711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 편익(Outcome)</a:t>
            </a:r>
            <a:endParaRPr lang="en-US" sz="1050" dirty="0"/>
          </a:p>
        </p:txBody>
      </p:sp>
      <p:sp>
        <p:nvSpPr>
          <p:cNvPr id="37" name="SK-14-text-36"/>
          <p:cNvSpPr/>
          <p:nvPr/>
        </p:nvSpPr>
        <p:spPr>
          <a:xfrm>
            <a:off x="6643092" y="2645866"/>
            <a:ext cx="3402561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선행지표(Leading Indicator)</a:t>
            </a:r>
            <a:endParaRPr lang="en-US" sz="1050" dirty="0"/>
          </a:p>
        </p:txBody>
      </p:sp>
      <p:sp>
        <p:nvSpPr>
          <p:cNvPr id="38" name="SK-14-text-37"/>
          <p:cNvSpPr/>
          <p:nvPr/>
        </p:nvSpPr>
        <p:spPr>
          <a:xfrm>
            <a:off x="9019133" y="2645866"/>
            <a:ext cx="865882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임계치</a:t>
            </a:r>
            <a:endParaRPr lang="en-US" sz="1050" dirty="0"/>
          </a:p>
        </p:txBody>
      </p:sp>
      <p:sp>
        <p:nvSpPr>
          <p:cNvPr id="39" name="SK-14-text-38"/>
          <p:cNvSpPr/>
          <p:nvPr/>
        </p:nvSpPr>
        <p:spPr>
          <a:xfrm>
            <a:off x="10037415" y="2645866"/>
            <a:ext cx="1737826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HERMES 실패 사례</a:t>
            </a:r>
            <a:endParaRPr lang="en-US" sz="1050" dirty="0"/>
          </a:p>
        </p:txBody>
      </p:sp>
      <p:sp>
        <p:nvSpPr>
          <p:cNvPr id="40" name="SK-14-text-39"/>
          <p:cNvSpPr/>
          <p:nvPr/>
        </p:nvSpPr>
        <p:spPr>
          <a:xfrm>
            <a:off x="4946005" y="3074491"/>
            <a:ext cx="1468487" cy="9087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BEN-01</a:t>
            </a:r>
            <a:endParaRPr lang="en-US" sz="1050" dirty="0"/>
          </a:p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계약유지율 45%</a:t>
            </a:r>
            <a:endParaRPr lang="en-US" sz="1050" dirty="0"/>
          </a:p>
        </p:txBody>
      </p:sp>
      <p:sp>
        <p:nvSpPr>
          <p:cNvPr id="41" name="SK-14-text-40"/>
          <p:cNvSpPr/>
          <p:nvPr/>
        </p:nvSpPr>
        <p:spPr>
          <a:xfrm>
            <a:off x="6643092" y="3074491"/>
            <a:ext cx="2631231" cy="9087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 연속 자율운영 사업장 비율</a:t>
            </a:r>
            <a:endParaRPr lang="en-US" sz="1050" dirty="0"/>
          </a:p>
        </p:txBody>
      </p:sp>
      <p:sp>
        <p:nvSpPr>
          <p:cNvPr id="42" name="SK-14-text-41"/>
          <p:cNvSpPr/>
          <p:nvPr/>
        </p:nvSpPr>
        <p:spPr>
          <a:xfrm>
            <a:off x="9019133" y="3074491"/>
            <a:ext cx="865882" cy="9087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</a:rPr>
              <a:t>≥ 50%</a:t>
            </a:r>
            <a:endParaRPr lang="en-US" sz="1050" dirty="0"/>
          </a:p>
        </p:txBody>
      </p:sp>
      <p:sp>
        <p:nvSpPr>
          <p:cNvPr id="43" name="SK-14-textBg-42"/>
          <p:cNvSpPr/>
          <p:nvPr/>
        </p:nvSpPr>
        <p:spPr>
          <a:xfrm>
            <a:off x="10037415" y="3428851"/>
            <a:ext cx="838200" cy="209550"/>
          </a:xfrm>
          <a:prstGeom prst="roundRect">
            <a:avLst>
              <a:gd name="adj" fmla="val 9091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K-14-text-43"/>
          <p:cNvSpPr/>
          <p:nvPr/>
        </p:nvSpPr>
        <p:spPr>
          <a:xfrm>
            <a:off x="10094565" y="3428851"/>
            <a:ext cx="134250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1.8% (적신호)</a:t>
            </a:r>
            <a:endParaRPr lang="en-US" sz="900" dirty="0"/>
          </a:p>
        </p:txBody>
      </p:sp>
      <p:sp>
        <p:nvSpPr>
          <p:cNvPr id="45" name="SK-14-text-44"/>
          <p:cNvSpPr/>
          <p:nvPr/>
        </p:nvSpPr>
        <p:spPr>
          <a:xfrm>
            <a:off x="4946005" y="3983236"/>
            <a:ext cx="1468487" cy="9087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BEN-02</a:t>
            </a:r>
            <a:endParaRPr lang="en-US" sz="1050" dirty="0"/>
          </a:p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A/S 절감 30%</a:t>
            </a:r>
            <a:endParaRPr lang="en-US" sz="1050" dirty="0"/>
          </a:p>
        </p:txBody>
      </p:sp>
      <p:sp>
        <p:nvSpPr>
          <p:cNvPr id="46" name="SK-14-text-45"/>
          <p:cNvSpPr/>
          <p:nvPr/>
        </p:nvSpPr>
        <p:spPr>
          <a:xfrm>
            <a:off x="6643092" y="3983236"/>
            <a:ext cx="2223641" cy="9087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무개입 완주율</a:t>
            </a:r>
            <a:endParaRPr lang="en-US" sz="1050" dirty="0"/>
          </a:p>
        </p:txBody>
      </p:sp>
      <p:sp>
        <p:nvSpPr>
          <p:cNvPr id="47" name="SK-14-text-46"/>
          <p:cNvSpPr/>
          <p:nvPr/>
        </p:nvSpPr>
        <p:spPr>
          <a:xfrm>
            <a:off x="9019133" y="3983236"/>
            <a:ext cx="865882" cy="9087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</a:rPr>
              <a:t>≥ 70%</a:t>
            </a:r>
            <a:endParaRPr lang="en-US" sz="1050" dirty="0"/>
          </a:p>
        </p:txBody>
      </p:sp>
      <p:sp>
        <p:nvSpPr>
          <p:cNvPr id="48" name="SK-14-textBg-47"/>
          <p:cNvSpPr/>
          <p:nvPr/>
        </p:nvSpPr>
        <p:spPr>
          <a:xfrm>
            <a:off x="10037415" y="4337596"/>
            <a:ext cx="828675" cy="209550"/>
          </a:xfrm>
          <a:prstGeom prst="roundRect">
            <a:avLst>
              <a:gd name="adj" fmla="val 9091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K-14-text-48"/>
          <p:cNvSpPr/>
          <p:nvPr/>
        </p:nvSpPr>
        <p:spPr>
          <a:xfrm>
            <a:off x="10094565" y="4337596"/>
            <a:ext cx="1340069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6.1% (적신호)</a:t>
            </a:r>
            <a:endParaRPr lang="en-US" sz="900" dirty="0"/>
          </a:p>
        </p:txBody>
      </p:sp>
      <p:sp>
        <p:nvSpPr>
          <p:cNvPr id="50" name="SK-14-text-49"/>
          <p:cNvSpPr/>
          <p:nvPr/>
        </p:nvSpPr>
        <p:spPr>
          <a:xfrm>
            <a:off x="4946005" y="4891980"/>
            <a:ext cx="1468487" cy="9087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BEN-03</a:t>
            </a:r>
            <a:endParaRPr lang="en-US" sz="1050" dirty="0"/>
          </a:p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구독전환 8%</a:t>
            </a:r>
            <a:endParaRPr lang="en-US" sz="1050" dirty="0"/>
          </a:p>
        </p:txBody>
      </p:sp>
      <p:sp>
        <p:nvSpPr>
          <p:cNvPr id="51" name="SK-14-text-50"/>
          <p:cNvSpPr/>
          <p:nvPr/>
        </p:nvSpPr>
        <p:spPr>
          <a:xfrm>
            <a:off x="6643092" y="4891980"/>
            <a:ext cx="2679439" cy="9087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관제 콘솔 일일활성사용자(DAU)</a:t>
            </a:r>
            <a:endParaRPr lang="en-US" sz="1050" dirty="0"/>
          </a:p>
        </p:txBody>
      </p:sp>
      <p:sp>
        <p:nvSpPr>
          <p:cNvPr id="52" name="SK-14-text-51"/>
          <p:cNvSpPr/>
          <p:nvPr/>
        </p:nvSpPr>
        <p:spPr>
          <a:xfrm>
            <a:off x="9019133" y="4891980"/>
            <a:ext cx="865882" cy="9087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</a:rPr>
              <a:t>증가 추세</a:t>
            </a:r>
            <a:endParaRPr lang="en-US" sz="1050" dirty="0"/>
          </a:p>
        </p:txBody>
      </p:sp>
      <p:sp>
        <p:nvSpPr>
          <p:cNvPr id="53" name="SK-14-textBg-52"/>
          <p:cNvSpPr/>
          <p:nvPr/>
        </p:nvSpPr>
        <p:spPr>
          <a:xfrm>
            <a:off x="10037415" y="5246340"/>
            <a:ext cx="828675" cy="209550"/>
          </a:xfrm>
          <a:prstGeom prst="roundRect">
            <a:avLst>
              <a:gd name="adj" fmla="val 9091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K-14-text-53"/>
          <p:cNvSpPr/>
          <p:nvPr/>
        </p:nvSpPr>
        <p:spPr>
          <a:xfrm>
            <a:off x="10094565" y="5246340"/>
            <a:ext cx="82769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미측정</a:t>
            </a:r>
            <a:endParaRPr lang="en-US" sz="900" dirty="0"/>
          </a:p>
        </p:txBody>
      </p:sp>
      <p:sp>
        <p:nvSpPr>
          <p:cNvPr id="55" name="SK-14-text-54"/>
          <p:cNvSpPr/>
          <p:nvPr/>
        </p:nvSpPr>
        <p:spPr>
          <a:xfrm>
            <a:off x="4946005" y="6134100"/>
            <a:ext cx="103632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산출물</a:t>
            </a:r>
            <a:endParaRPr lang="en-US" sz="1050" dirty="0"/>
          </a:p>
        </p:txBody>
      </p:sp>
      <p:sp>
        <p:nvSpPr>
          <p:cNvPr id="56" name="SK-14-text-55"/>
          <p:cNvSpPr/>
          <p:nvPr/>
        </p:nvSpPr>
        <p:spPr>
          <a:xfrm>
            <a:off x="6149578" y="6105525"/>
            <a:ext cx="378904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6B6D4"/>
                </a:solidFill>
              </a:rPr>
              <a:t>Value Health Score</a:t>
            </a:r>
            <a:endParaRPr lang="en-US" sz="1350" dirty="0"/>
          </a:p>
        </p:txBody>
      </p:sp>
      <p:sp>
        <p:nvSpPr>
          <p:cNvPr id="57" name="SK-14-text-56"/>
          <p:cNvSpPr/>
          <p:nvPr/>
        </p:nvSpPr>
        <p:spPr>
          <a:xfrm>
            <a:off x="8416528" y="6134100"/>
            <a:ext cx="103632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KPI</a:t>
            </a:r>
            <a:endParaRPr lang="en-US" sz="1050" dirty="0"/>
          </a:p>
        </p:txBody>
      </p:sp>
      <p:sp>
        <p:nvSpPr>
          <p:cNvPr id="58" name="SK-14-text-57"/>
          <p:cNvSpPr/>
          <p:nvPr/>
        </p:nvSpPr>
        <p:spPr>
          <a:xfrm>
            <a:off x="9305925" y="6105525"/>
            <a:ext cx="288607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6B6D4"/>
                </a:solidFill>
              </a:rPr>
              <a:t>Benefit Forecast Acc.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2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2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2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22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22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04950"/>
            <a:ext cx="5381625" cy="4972050"/>
          </a:xfrm>
          <a:prstGeom prst="rect">
            <a:avLst/>
          </a:prstGeom>
        </p:spPr>
      </p:pic>
      <p:pic>
        <p:nvPicPr>
          <p:cNvPr id="7" name="SK-22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504950"/>
            <a:ext cx="5381625" cy="895350"/>
          </a:xfrm>
          <a:prstGeom prst="rect">
            <a:avLst/>
          </a:prstGeom>
        </p:spPr>
      </p:pic>
      <p:pic>
        <p:nvPicPr>
          <p:cNvPr id="8" name="SK-22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724025"/>
            <a:ext cx="457200" cy="457200"/>
          </a:xfrm>
          <a:prstGeom prst="rect">
            <a:avLst/>
          </a:prstGeom>
        </p:spPr>
      </p:pic>
      <p:pic>
        <p:nvPicPr>
          <p:cNvPr id="9" name="SK-22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" y="1838325"/>
            <a:ext cx="285750" cy="228600"/>
          </a:xfrm>
          <a:prstGeom prst="rect">
            <a:avLst/>
          </a:prstGeom>
        </p:spPr>
      </p:pic>
      <p:pic>
        <p:nvPicPr>
          <p:cNvPr id="10" name="SK-22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990975"/>
            <a:ext cx="5000625" cy="1157288"/>
          </a:xfrm>
          <a:prstGeom prst="rect">
            <a:avLst/>
          </a:prstGeom>
        </p:spPr>
      </p:pic>
      <p:pic>
        <p:nvPicPr>
          <p:cNvPr id="11" name="SK-22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5395913"/>
            <a:ext cx="5000625" cy="852488"/>
          </a:xfrm>
          <a:prstGeom prst="rect">
            <a:avLst/>
          </a:prstGeom>
        </p:spPr>
      </p:pic>
      <p:pic>
        <p:nvPicPr>
          <p:cNvPr id="12" name="SK-22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6300" y="5540127"/>
            <a:ext cx="154781" cy="125760"/>
          </a:xfrm>
          <a:prstGeom prst="rect">
            <a:avLst/>
          </a:prstGeom>
        </p:spPr>
      </p:pic>
      <p:pic>
        <p:nvPicPr>
          <p:cNvPr id="13" name="SK-22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38875" y="1504950"/>
            <a:ext cx="5381625" cy="4972050"/>
          </a:xfrm>
          <a:prstGeom prst="rect">
            <a:avLst/>
          </a:prstGeom>
        </p:spPr>
      </p:pic>
      <p:pic>
        <p:nvPicPr>
          <p:cNvPr id="14" name="SK-22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38875" y="1504950"/>
            <a:ext cx="5381625" cy="895350"/>
          </a:xfrm>
          <a:prstGeom prst="rect">
            <a:avLst/>
          </a:prstGeom>
        </p:spPr>
      </p:pic>
      <p:pic>
        <p:nvPicPr>
          <p:cNvPr id="15" name="SK-22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29375" y="1724025"/>
            <a:ext cx="457200" cy="457200"/>
          </a:xfrm>
          <a:prstGeom prst="rect">
            <a:avLst/>
          </a:prstGeom>
        </p:spPr>
      </p:pic>
      <p:pic>
        <p:nvPicPr>
          <p:cNvPr id="16" name="SK-22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15100" y="1838325"/>
            <a:ext cx="285750" cy="228600"/>
          </a:xfrm>
          <a:prstGeom prst="rect">
            <a:avLst/>
          </a:prstGeom>
        </p:spPr>
      </p:pic>
      <p:pic>
        <p:nvPicPr>
          <p:cNvPr id="17" name="SK-22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29375" y="4657725"/>
            <a:ext cx="5000625" cy="852488"/>
          </a:xfrm>
          <a:prstGeom prst="rect">
            <a:avLst/>
          </a:prstGeom>
        </p:spPr>
      </p:pic>
      <p:pic>
        <p:nvPicPr>
          <p:cNvPr id="18" name="SK-22-img-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43675" y="4801939"/>
            <a:ext cx="154781" cy="125760"/>
          </a:xfrm>
          <a:prstGeom prst="rect">
            <a:avLst/>
          </a:prstGeom>
        </p:spPr>
      </p:pic>
      <p:sp>
        <p:nvSpPr>
          <p:cNvPr id="19" name="SK-22-text-18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20" name="SK-22-text-19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C-6. </a:t>
            </a:r>
            <a:r>
              <a:rPr lang="ko-KR" alt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</a:t>
            </a: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 &amp; 3: Cost Protector / Change Guardian / Governance Watchdog</a:t>
            </a:r>
            <a:endParaRPr lang="en-US" sz="2550" dirty="0"/>
          </a:p>
        </p:txBody>
      </p:sp>
      <p:sp>
        <p:nvSpPr>
          <p:cNvPr id="21" name="SK-22-text-20"/>
          <p:cNvSpPr/>
          <p:nvPr/>
        </p:nvSpPr>
        <p:spPr>
          <a:xfrm>
            <a:off x="1371600" y="1695450"/>
            <a:ext cx="681037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 2: Cost Protector / Change Guardian</a:t>
            </a:r>
            <a:endParaRPr lang="en-US" sz="1400" dirty="0"/>
          </a:p>
        </p:txBody>
      </p:sp>
      <p:sp>
        <p:nvSpPr>
          <p:cNvPr id="22" name="SK-22-text-21"/>
          <p:cNvSpPr/>
          <p:nvPr/>
        </p:nvSpPr>
        <p:spPr>
          <a:xfrm>
            <a:off x="1371600" y="2009775"/>
            <a:ext cx="343662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정합성 및 일관성 검증 에이전트</a:t>
            </a:r>
            <a:endParaRPr lang="en-US" sz="1050" dirty="0"/>
          </a:p>
        </p:txBody>
      </p:sp>
      <p:sp>
        <p:nvSpPr>
          <p:cNvPr id="23" name="SK-22-text-22"/>
          <p:cNvSpPr/>
          <p:nvPr/>
        </p:nvSpPr>
        <p:spPr>
          <a:xfrm>
            <a:off x="762000" y="2590800"/>
            <a:ext cx="5076825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kern="0" spc="36" dirty="0">
                <a:solidFill>
                  <a:srgbClr val="005AEE"/>
                </a:solidFill>
              </a:rPr>
              <a:t>CORE LOGIC</a:t>
            </a:r>
            <a:endParaRPr lang="en-US" sz="900" dirty="0"/>
          </a:p>
        </p:txBody>
      </p:sp>
      <p:sp>
        <p:nvSpPr>
          <p:cNvPr id="24" name="SK-22-text-23"/>
          <p:cNvSpPr/>
          <p:nvPr/>
        </p:nvSpPr>
        <p:spPr>
          <a:xfrm>
            <a:off x="904875" y="2838450"/>
            <a:ext cx="57340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EVM 전체(AI인프라 포함) vs 부분보고 괴리 자동 감지</a:t>
            </a:r>
            <a:endParaRPr lang="en-US" sz="1125" dirty="0"/>
          </a:p>
        </p:txBody>
      </p:sp>
      <p:sp>
        <p:nvSpPr>
          <p:cNvPr id="25" name="SK-22-text-24"/>
          <p:cNvSpPr/>
          <p:nvPr/>
        </p:nvSpPr>
        <p:spPr>
          <a:xfrm>
            <a:off x="904875" y="3095625"/>
            <a:ext cx="57912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SC-03 측정범위(테스트베드) vs 실운영범위 비교 검증</a:t>
            </a:r>
            <a:endParaRPr lang="en-US" sz="1125" dirty="0"/>
          </a:p>
        </p:txBody>
      </p:sp>
      <p:sp>
        <p:nvSpPr>
          <p:cNvPr id="26" name="SK-22-text-25"/>
          <p:cNvSpPr/>
          <p:nvPr/>
        </p:nvSpPr>
        <p:spPr>
          <a:xfrm>
            <a:off x="904875" y="3352800"/>
            <a:ext cx="507682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버전 변경에 따른 완료율 이중 집계 및 추적</a:t>
            </a:r>
            <a:endParaRPr lang="en-US" sz="1125" dirty="0"/>
          </a:p>
        </p:txBody>
      </p:sp>
      <p:sp>
        <p:nvSpPr>
          <p:cNvPr id="27" name="SK-22-text-26"/>
          <p:cNvSpPr/>
          <p:nvPr/>
        </p:nvSpPr>
        <p:spPr>
          <a:xfrm>
            <a:off x="762000" y="3705225"/>
            <a:ext cx="5076825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kern="0" spc="36" dirty="0">
                <a:solidFill>
                  <a:srgbClr val="005AEE"/>
                </a:solidFill>
              </a:rPr>
              <a:t>OUTPUT FORMAT</a:t>
            </a:r>
            <a:endParaRPr lang="en-US" sz="900" dirty="0"/>
          </a:p>
        </p:txBody>
      </p:sp>
      <p:sp>
        <p:nvSpPr>
          <p:cNvPr id="28" name="SK-22-text-27"/>
          <p:cNvSpPr/>
          <p:nvPr/>
        </p:nvSpPr>
        <p:spPr>
          <a:xfrm>
            <a:off x="876300" y="3990975"/>
            <a:ext cx="4772025" cy="11572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D4D4D4"/>
                </a:solidFill>
              </a:rPr>
              <a:t>[Integrity Alert]</a:t>
            </a:r>
            <a:endParaRPr lang="en-US" sz="975" dirty="0"/>
          </a:p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D4D4D4"/>
                </a:solidFill>
              </a:rPr>
              <a:t>- Metric: CPI Variance</a:t>
            </a:r>
            <a:endParaRPr lang="en-US" sz="975" dirty="0"/>
          </a:p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D4D4D4"/>
                </a:solidFill>
              </a:rPr>
              <a:t>- Reported: 0.98 (Dev Only)</a:t>
            </a:r>
            <a:endParaRPr lang="en-US" sz="975" dirty="0"/>
          </a:p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D4D4D4"/>
                </a:solidFill>
              </a:rPr>
              <a:t>- Actual: 0.944 (Incl. Infra)</a:t>
            </a:r>
            <a:endParaRPr lang="en-US" sz="975" dirty="0"/>
          </a:p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D4D4D4"/>
                </a:solidFill>
              </a:rPr>
              <a:t>- Impact: Budget depletion D-30</a:t>
            </a:r>
            <a:endParaRPr lang="en-US" sz="975" dirty="0"/>
          </a:p>
        </p:txBody>
      </p:sp>
      <p:sp>
        <p:nvSpPr>
          <p:cNvPr id="29" name="SK-22-text-28"/>
          <p:cNvSpPr/>
          <p:nvPr/>
        </p:nvSpPr>
        <p:spPr>
          <a:xfrm>
            <a:off x="1088231" y="5510213"/>
            <a:ext cx="4772025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HERMES 적용 예시</a:t>
            </a:r>
            <a:endParaRPr lang="en-US" sz="975" dirty="0"/>
          </a:p>
        </p:txBody>
      </p:sp>
      <p:sp>
        <p:nvSpPr>
          <p:cNvPr id="30" name="SK-22-text-29"/>
          <p:cNvSpPr/>
          <p:nvPr/>
        </p:nvSpPr>
        <p:spPr>
          <a:xfrm>
            <a:off x="876300" y="5734050"/>
            <a:ext cx="4772025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"개발 부문 CPI 0.98이나, AI인프라 포함 시 CPI 0.944입니다. 차이 3.6%p 발생." — 보고서 왜곡 차단</a:t>
            </a:r>
            <a:endParaRPr lang="en-US" sz="1050" dirty="0"/>
          </a:p>
        </p:txBody>
      </p:sp>
      <p:sp>
        <p:nvSpPr>
          <p:cNvPr id="31" name="SK-22-text-30"/>
          <p:cNvSpPr/>
          <p:nvPr/>
        </p:nvSpPr>
        <p:spPr>
          <a:xfrm>
            <a:off x="7038975" y="1695450"/>
            <a:ext cx="515302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 3: Governance Watchdog / Change Guardian</a:t>
            </a:r>
            <a:endParaRPr lang="en-US" sz="1400" dirty="0"/>
          </a:p>
        </p:txBody>
      </p:sp>
      <p:sp>
        <p:nvSpPr>
          <p:cNvPr id="32" name="SK-22-text-31"/>
          <p:cNvSpPr/>
          <p:nvPr/>
        </p:nvSpPr>
        <p:spPr>
          <a:xfrm>
            <a:off x="7038975" y="2009775"/>
            <a:ext cx="391668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변경 감지 및 거버넌스 준수 에이전트</a:t>
            </a:r>
            <a:endParaRPr lang="en-US" sz="1050" dirty="0"/>
          </a:p>
        </p:txBody>
      </p:sp>
      <p:sp>
        <p:nvSpPr>
          <p:cNvPr id="33" name="SK-22-text-32"/>
          <p:cNvSpPr/>
          <p:nvPr/>
        </p:nvSpPr>
        <p:spPr>
          <a:xfrm>
            <a:off x="6429375" y="2590800"/>
            <a:ext cx="5076825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kern="0" spc="36" dirty="0">
                <a:solidFill>
                  <a:srgbClr val="005AEE"/>
                </a:solidFill>
              </a:rPr>
              <a:t>DETECTION LOGIC</a:t>
            </a:r>
            <a:endParaRPr lang="en-US" sz="900" dirty="0"/>
          </a:p>
        </p:txBody>
      </p:sp>
      <p:sp>
        <p:nvSpPr>
          <p:cNvPr id="34" name="SK-22-text-33"/>
          <p:cNvSpPr/>
          <p:nvPr/>
        </p:nvSpPr>
        <p:spPr>
          <a:xfrm>
            <a:off x="6572250" y="2838450"/>
            <a:ext cx="56197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메신저/이메일 내 "넣읍시다", "변경", "추가" 키워드 패턴 감지</a:t>
            </a:r>
            <a:endParaRPr lang="en-US" sz="1125" dirty="0"/>
          </a:p>
        </p:txBody>
      </p:sp>
      <p:sp>
        <p:nvSpPr>
          <p:cNvPr id="35" name="SK-22-text-34"/>
          <p:cNvSpPr/>
          <p:nvPr/>
        </p:nvSpPr>
        <p:spPr>
          <a:xfrm>
            <a:off x="6572250" y="3095625"/>
            <a:ext cx="507682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채널의 Scope 변경 의사결정 실시간 포착</a:t>
            </a:r>
            <a:endParaRPr lang="en-US" sz="1125" dirty="0"/>
          </a:p>
        </p:txBody>
      </p:sp>
      <p:sp>
        <p:nvSpPr>
          <p:cNvPr id="36" name="SK-22-text-35"/>
          <p:cNvSpPr/>
          <p:nvPr/>
        </p:nvSpPr>
        <p:spPr>
          <a:xfrm>
            <a:off x="6572250" y="3352800"/>
            <a:ext cx="56197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정식 CR(Change Request) 프로세스 누락 여부 판단</a:t>
            </a:r>
            <a:endParaRPr lang="en-US" sz="1125" dirty="0"/>
          </a:p>
        </p:txBody>
      </p:sp>
      <p:sp>
        <p:nvSpPr>
          <p:cNvPr id="37" name="SK-22-text-36"/>
          <p:cNvSpPr/>
          <p:nvPr/>
        </p:nvSpPr>
        <p:spPr>
          <a:xfrm>
            <a:off x="6429375" y="3705225"/>
            <a:ext cx="5076825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kern="0" spc="36" dirty="0">
                <a:solidFill>
                  <a:srgbClr val="005AEE"/>
                </a:solidFill>
              </a:rPr>
              <a:t>ACTION &amp; OUTPUT</a:t>
            </a:r>
            <a:endParaRPr lang="en-US" sz="900" dirty="0"/>
          </a:p>
        </p:txBody>
      </p:sp>
      <p:sp>
        <p:nvSpPr>
          <p:cNvPr id="38" name="SK-22-text-37"/>
          <p:cNvSpPr/>
          <p:nvPr/>
        </p:nvSpPr>
        <p:spPr>
          <a:xfrm>
            <a:off x="6572250" y="3952875"/>
            <a:ext cx="507682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 초안 자동 생성 (변경내용, 영향범위 추정)</a:t>
            </a:r>
            <a:endParaRPr lang="en-US" sz="1125" dirty="0"/>
          </a:p>
        </p:txBody>
      </p:sp>
      <p:sp>
        <p:nvSpPr>
          <p:cNvPr id="39" name="SK-22-text-38"/>
          <p:cNvSpPr/>
          <p:nvPr/>
        </p:nvSpPr>
        <p:spPr>
          <a:xfrm>
            <a:off x="6572250" y="4210050"/>
            <a:ext cx="507682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필요 여부 알림 및 Baseline 갱신 유도</a:t>
            </a:r>
            <a:endParaRPr lang="en-US" sz="1125" dirty="0"/>
          </a:p>
        </p:txBody>
      </p:sp>
      <p:sp>
        <p:nvSpPr>
          <p:cNvPr id="40" name="SK-22-text-39"/>
          <p:cNvSpPr/>
          <p:nvPr/>
        </p:nvSpPr>
        <p:spPr>
          <a:xfrm>
            <a:off x="6755606" y="4772025"/>
            <a:ext cx="4772025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HERMES 적용 예시</a:t>
            </a:r>
            <a:endParaRPr lang="en-US" sz="975" dirty="0"/>
          </a:p>
        </p:txBody>
      </p:sp>
      <p:sp>
        <p:nvSpPr>
          <p:cNvPr id="41" name="SK-22-text-40"/>
          <p:cNvSpPr/>
          <p:nvPr/>
        </p:nvSpPr>
        <p:spPr>
          <a:xfrm>
            <a:off x="6543675" y="4995863"/>
            <a:ext cx="4772025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35건의 비공식 변경을 사전에 포착하여 영향평가 없는 독단적 변경 방지 및 Baseline 최신화 유지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3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3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3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"/>
            <a:ext cx="2122289" cy="276225"/>
          </a:xfrm>
          <a:prstGeom prst="rect">
            <a:avLst/>
          </a:prstGeom>
        </p:spPr>
      </p:pic>
      <p:pic>
        <p:nvPicPr>
          <p:cNvPr id="5" name="SK-23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438150"/>
            <a:ext cx="8812411" cy="9525"/>
          </a:xfrm>
          <a:prstGeom prst="rect">
            <a:avLst/>
          </a:prstGeom>
        </p:spPr>
      </p:pic>
      <p:pic>
        <p:nvPicPr>
          <p:cNvPr id="6" name="SK-23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371600"/>
            <a:ext cx="5410200" cy="5181600"/>
          </a:xfrm>
          <a:prstGeom prst="rect">
            <a:avLst/>
          </a:prstGeom>
        </p:spPr>
      </p:pic>
      <p:pic>
        <p:nvPicPr>
          <p:cNvPr id="7" name="SK-23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1552575"/>
            <a:ext cx="4953000" cy="714375"/>
          </a:xfrm>
          <a:prstGeom prst="rect">
            <a:avLst/>
          </a:prstGeom>
        </p:spPr>
      </p:pic>
      <p:pic>
        <p:nvPicPr>
          <p:cNvPr id="8" name="SK-23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1581150"/>
            <a:ext cx="533400" cy="533400"/>
          </a:xfrm>
          <a:prstGeom prst="rect">
            <a:avLst/>
          </a:prstGeom>
        </p:spPr>
      </p:pic>
      <p:pic>
        <p:nvPicPr>
          <p:cNvPr id="9" name="SK-23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0113" y="1714500"/>
            <a:ext cx="333375" cy="266700"/>
          </a:xfrm>
          <a:prstGeom prst="rect">
            <a:avLst/>
          </a:prstGeom>
        </p:spPr>
      </p:pic>
      <p:pic>
        <p:nvPicPr>
          <p:cNvPr id="10" name="SK-23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85900" y="1905000"/>
            <a:ext cx="1409700" cy="238125"/>
          </a:xfrm>
          <a:prstGeom prst="rect">
            <a:avLst/>
          </a:prstGeom>
        </p:spPr>
      </p:pic>
      <p:pic>
        <p:nvPicPr>
          <p:cNvPr id="11" name="SK-23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2526506"/>
            <a:ext cx="57150" cy="57150"/>
          </a:xfrm>
          <a:prstGeom prst="rect">
            <a:avLst/>
          </a:prstGeom>
        </p:spPr>
      </p:pic>
      <p:pic>
        <p:nvPicPr>
          <p:cNvPr id="12" name="SK-23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3369469"/>
            <a:ext cx="57150" cy="57150"/>
          </a:xfrm>
          <a:prstGeom prst="rect">
            <a:avLst/>
          </a:prstGeom>
        </p:spPr>
      </p:pic>
      <p:pic>
        <p:nvPicPr>
          <p:cNvPr id="13" name="SK-23-img-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4212431"/>
            <a:ext cx="57150" cy="57150"/>
          </a:xfrm>
          <a:prstGeom prst="rect">
            <a:avLst/>
          </a:prstGeom>
        </p:spPr>
      </p:pic>
      <p:pic>
        <p:nvPicPr>
          <p:cNvPr id="14" name="SK-23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5467350"/>
            <a:ext cx="4953000" cy="904875"/>
          </a:xfrm>
          <a:prstGeom prst="rect">
            <a:avLst/>
          </a:prstGeom>
        </p:spPr>
      </p:pic>
      <p:pic>
        <p:nvPicPr>
          <p:cNvPr id="15" name="SK-23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2500" y="5622578"/>
            <a:ext cx="166688" cy="137220"/>
          </a:xfrm>
          <a:prstGeom prst="rect">
            <a:avLst/>
          </a:prstGeom>
        </p:spPr>
      </p:pic>
      <p:pic>
        <p:nvPicPr>
          <p:cNvPr id="16" name="SK-23-img-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1371600"/>
            <a:ext cx="5410200" cy="5181600"/>
          </a:xfrm>
          <a:prstGeom prst="rect">
            <a:avLst/>
          </a:prstGeom>
        </p:spPr>
      </p:pic>
      <p:pic>
        <p:nvPicPr>
          <p:cNvPr id="17" name="SK-23-img-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900" y="1552575"/>
            <a:ext cx="4953000" cy="714375"/>
          </a:xfrm>
          <a:prstGeom prst="rect">
            <a:avLst/>
          </a:prstGeom>
        </p:spPr>
      </p:pic>
      <p:pic>
        <p:nvPicPr>
          <p:cNvPr id="18" name="SK-23-img-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1581150"/>
            <a:ext cx="533400" cy="533400"/>
          </a:xfrm>
          <a:prstGeom prst="rect">
            <a:avLst/>
          </a:prstGeom>
        </p:spPr>
      </p:pic>
      <p:pic>
        <p:nvPicPr>
          <p:cNvPr id="19" name="SK-23-img-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38913" y="1714500"/>
            <a:ext cx="333375" cy="266700"/>
          </a:xfrm>
          <a:prstGeom prst="rect">
            <a:avLst/>
          </a:prstGeom>
        </p:spPr>
      </p:pic>
      <p:pic>
        <p:nvPicPr>
          <p:cNvPr id="20" name="SK-23-img-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24700" y="1905000"/>
            <a:ext cx="1466850" cy="238125"/>
          </a:xfrm>
          <a:prstGeom prst="rect">
            <a:avLst/>
          </a:prstGeom>
        </p:spPr>
      </p:pic>
      <p:pic>
        <p:nvPicPr>
          <p:cNvPr id="21" name="SK-23-img-2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2526506"/>
            <a:ext cx="57150" cy="57150"/>
          </a:xfrm>
          <a:prstGeom prst="rect">
            <a:avLst/>
          </a:prstGeom>
        </p:spPr>
      </p:pic>
      <p:pic>
        <p:nvPicPr>
          <p:cNvPr id="22" name="SK-23-img-2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3369469"/>
            <a:ext cx="57150" cy="57150"/>
          </a:xfrm>
          <a:prstGeom prst="rect">
            <a:avLst/>
          </a:prstGeom>
        </p:spPr>
      </p:pic>
      <p:pic>
        <p:nvPicPr>
          <p:cNvPr id="23" name="SK-23-img-2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4212431"/>
            <a:ext cx="57150" cy="57150"/>
          </a:xfrm>
          <a:prstGeom prst="rect">
            <a:avLst/>
          </a:prstGeom>
        </p:spPr>
      </p:pic>
      <p:pic>
        <p:nvPicPr>
          <p:cNvPr id="24" name="SK-23-img-2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5467350"/>
            <a:ext cx="4953000" cy="904875"/>
          </a:xfrm>
          <a:prstGeom prst="rect">
            <a:avLst/>
          </a:prstGeom>
        </p:spPr>
      </p:pic>
      <p:pic>
        <p:nvPicPr>
          <p:cNvPr id="25" name="SK-23-img-2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91300" y="5622578"/>
            <a:ext cx="166688" cy="137220"/>
          </a:xfrm>
          <a:prstGeom prst="rect">
            <a:avLst/>
          </a:prstGeom>
        </p:spPr>
      </p:pic>
      <p:sp>
        <p:nvSpPr>
          <p:cNvPr id="26" name="SK-23-text-25"/>
          <p:cNvSpPr/>
          <p:nvPr/>
        </p:nvSpPr>
        <p:spPr>
          <a:xfrm>
            <a:off x="647700" y="3048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27" name="SK-23-text-26"/>
          <p:cNvSpPr/>
          <p:nvPr/>
        </p:nvSpPr>
        <p:spPr>
          <a:xfrm>
            <a:off x="571500" y="657225"/>
            <a:ext cx="11620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40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C-7. </a:t>
            </a:r>
            <a:r>
              <a:rPr lang="ko-KR" altLang="en-US" sz="240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</a:t>
            </a:r>
            <a:r>
              <a:rPr lang="en-US" sz="240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4 &amp; 5:</a:t>
            </a:r>
            <a:r>
              <a:rPr lang="en-US" altLang="ko-KR" sz="2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Governance Watchdog / Stakeholder Pulse </a:t>
            </a:r>
            <a:r>
              <a:rPr lang="en-US" sz="240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Risk </a:t>
            </a:r>
            <a:r>
              <a:rPr lang="en-US" altLang="ko-KR" sz="240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Oracle</a:t>
            </a:r>
            <a:endParaRPr lang="en-US" sz="2400" dirty="0"/>
          </a:p>
        </p:txBody>
      </p:sp>
      <p:sp>
        <p:nvSpPr>
          <p:cNvPr id="28" name="SK-23-text-27"/>
          <p:cNvSpPr/>
          <p:nvPr/>
        </p:nvSpPr>
        <p:spPr>
          <a:xfrm>
            <a:off x="1485900" y="1552575"/>
            <a:ext cx="580453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 4: Governance Watchdog / Stakeholder Pulse</a:t>
            </a:r>
            <a:endParaRPr lang="en-US" sz="1400" dirty="0"/>
          </a:p>
        </p:txBody>
      </p:sp>
      <p:sp>
        <p:nvSpPr>
          <p:cNvPr id="29" name="SK-23-text-28"/>
          <p:cNvSpPr/>
          <p:nvPr/>
        </p:nvSpPr>
        <p:spPr>
          <a:xfrm>
            <a:off x="1562100" y="1905000"/>
            <a:ext cx="1646126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일관성 감시</a:t>
            </a:r>
            <a:endParaRPr lang="en-US" sz="1050" dirty="0"/>
          </a:p>
        </p:txBody>
      </p:sp>
      <p:sp>
        <p:nvSpPr>
          <p:cNvPr id="30" name="SK-23-text-29"/>
          <p:cNvSpPr/>
          <p:nvPr/>
        </p:nvSpPr>
        <p:spPr>
          <a:xfrm>
            <a:off x="933450" y="2447925"/>
            <a:ext cx="7620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ROLE</a:t>
            </a:r>
            <a:endParaRPr lang="en-US" sz="1125" dirty="0"/>
          </a:p>
        </p:txBody>
      </p:sp>
      <p:sp>
        <p:nvSpPr>
          <p:cNvPr id="31" name="SK-23-text-30"/>
          <p:cNvSpPr/>
          <p:nvPr/>
        </p:nvSpPr>
        <p:spPr>
          <a:xfrm>
            <a:off x="933450" y="2709863"/>
            <a:ext cx="48196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리전 및 다중 채널(메신저, 구두, 회의록)의 의사결정 기록을 대조하여 불일치 사항을 실시간으로 감지</a:t>
            </a:r>
            <a:endParaRPr lang="en-US" sz="1200" dirty="0"/>
          </a:p>
        </p:txBody>
      </p:sp>
      <p:sp>
        <p:nvSpPr>
          <p:cNvPr id="32" name="SK-23-text-31"/>
          <p:cNvSpPr/>
          <p:nvPr/>
        </p:nvSpPr>
        <p:spPr>
          <a:xfrm>
            <a:off x="933450" y="3290888"/>
            <a:ext cx="9334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LOGIC</a:t>
            </a:r>
            <a:endParaRPr lang="en-US" sz="1125" dirty="0"/>
          </a:p>
        </p:txBody>
      </p:sp>
      <p:sp>
        <p:nvSpPr>
          <p:cNvPr id="33" name="SK-23-text-32"/>
          <p:cNvSpPr/>
          <p:nvPr/>
        </p:nvSpPr>
        <p:spPr>
          <a:xfrm>
            <a:off x="933450" y="3552825"/>
            <a:ext cx="48196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Confluence, Jira, Email, 메신저 데이터에서 동일 결정사항(Entity)의 기록을 추출하고 리전별 합의 내용의 차이를 비교</a:t>
            </a:r>
            <a:endParaRPr lang="en-US" sz="1200" dirty="0"/>
          </a:p>
        </p:txBody>
      </p:sp>
      <p:sp>
        <p:nvSpPr>
          <p:cNvPr id="34" name="SK-23-text-33"/>
          <p:cNvSpPr/>
          <p:nvPr/>
        </p:nvSpPr>
        <p:spPr>
          <a:xfrm>
            <a:off x="933450" y="4133850"/>
            <a:ext cx="11049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</a:t>
            </a:r>
            <a:endParaRPr lang="en-US" sz="1125" dirty="0"/>
          </a:p>
        </p:txBody>
      </p:sp>
      <p:sp>
        <p:nvSpPr>
          <p:cNvPr id="35" name="SK-23-text-34"/>
          <p:cNvSpPr/>
          <p:nvPr/>
        </p:nvSpPr>
        <p:spPr>
          <a:xfrm>
            <a:off x="933450" y="4395788"/>
            <a:ext cx="48196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 Consistency Report: 결정사항별 일치/불일치/미기재 현황을 시각화하여 SSOT(Single Source of Truth) 확보 지원</a:t>
            </a:r>
            <a:endParaRPr lang="en-US" sz="1200" dirty="0"/>
          </a:p>
        </p:txBody>
      </p:sp>
      <p:sp>
        <p:nvSpPr>
          <p:cNvPr id="36" name="SK-23-text-35"/>
          <p:cNvSpPr/>
          <p:nvPr/>
        </p:nvSpPr>
        <p:spPr>
          <a:xfrm>
            <a:off x="1176338" y="5591175"/>
            <a:ext cx="46482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HERMES 적용 사례</a:t>
            </a:r>
            <a:endParaRPr lang="en-US" sz="1050" dirty="0"/>
          </a:p>
        </p:txBody>
      </p:sp>
      <p:sp>
        <p:nvSpPr>
          <p:cNvPr id="37" name="SK-23-text-36"/>
          <p:cNvSpPr/>
          <p:nvPr/>
        </p:nvSpPr>
        <p:spPr>
          <a:xfrm>
            <a:off x="952500" y="5848350"/>
            <a:ext cx="46482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DEC-07 폴백 방침 불일치를 즉시 감지하여 리전 간 소통 누락으로 발생한 </a:t>
            </a:r>
            <a:r>
              <a:rPr lang="en-US" sz="11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2.3MM 중복개발 방지</a:t>
            </a: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가능</a:t>
            </a:r>
            <a:endParaRPr lang="en-US" sz="1125" dirty="0"/>
          </a:p>
        </p:txBody>
      </p:sp>
      <p:sp>
        <p:nvSpPr>
          <p:cNvPr id="38" name="SK-23-text-37"/>
          <p:cNvSpPr/>
          <p:nvPr/>
        </p:nvSpPr>
        <p:spPr>
          <a:xfrm>
            <a:off x="7124700" y="1552575"/>
            <a:ext cx="505015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 5: Risk Oracle</a:t>
            </a:r>
            <a:endParaRPr lang="en-US" sz="1400" dirty="0"/>
          </a:p>
        </p:txBody>
      </p:sp>
      <p:sp>
        <p:nvSpPr>
          <p:cNvPr id="39" name="SK-23-text-38"/>
          <p:cNvSpPr/>
          <p:nvPr/>
        </p:nvSpPr>
        <p:spPr>
          <a:xfrm>
            <a:off x="7200900" y="1905000"/>
            <a:ext cx="1940329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신호 및 선제 감지</a:t>
            </a:r>
            <a:endParaRPr lang="en-US" sz="1050" dirty="0"/>
          </a:p>
        </p:txBody>
      </p:sp>
      <p:sp>
        <p:nvSpPr>
          <p:cNvPr id="40" name="SK-23-text-39"/>
          <p:cNvSpPr/>
          <p:nvPr/>
        </p:nvSpPr>
        <p:spPr>
          <a:xfrm>
            <a:off x="6572250" y="2447925"/>
            <a:ext cx="7620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ROLE</a:t>
            </a:r>
            <a:endParaRPr lang="en-US" sz="1125" dirty="0"/>
          </a:p>
        </p:txBody>
      </p:sp>
      <p:sp>
        <p:nvSpPr>
          <p:cNvPr id="41" name="SK-23-text-40"/>
          <p:cNvSpPr/>
          <p:nvPr/>
        </p:nvSpPr>
        <p:spPr>
          <a:xfrm>
            <a:off x="6572250" y="2709863"/>
            <a:ext cx="48196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변경(파트너 로드맵, 규제) 및 내부 지표 임계치 초과를 감지하여 리스크 등록 및 선제적 대응 제안</a:t>
            </a:r>
            <a:endParaRPr lang="en-US" sz="1200" dirty="0"/>
          </a:p>
        </p:txBody>
      </p:sp>
      <p:sp>
        <p:nvSpPr>
          <p:cNvPr id="42" name="SK-23-text-41"/>
          <p:cNvSpPr/>
          <p:nvPr/>
        </p:nvSpPr>
        <p:spPr>
          <a:xfrm>
            <a:off x="6572250" y="3290888"/>
            <a:ext cx="9334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LOGIC</a:t>
            </a:r>
            <a:endParaRPr lang="en-US" sz="1125" dirty="0"/>
          </a:p>
        </p:txBody>
      </p:sp>
      <p:sp>
        <p:nvSpPr>
          <p:cNvPr id="43" name="SK-23-text-42"/>
          <p:cNvSpPr/>
          <p:nvPr/>
        </p:nvSpPr>
        <p:spPr>
          <a:xfrm>
            <a:off x="6572250" y="3552825"/>
            <a:ext cx="48196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파트너 공지/메일 스캔, 비용 추세 예측 모델링, 기술 EOL(End of Life) 일정 대조를 통한 이상 징후 포착</a:t>
            </a:r>
            <a:endParaRPr lang="en-US" sz="1200" dirty="0"/>
          </a:p>
        </p:txBody>
      </p:sp>
      <p:sp>
        <p:nvSpPr>
          <p:cNvPr id="44" name="SK-23-text-43"/>
          <p:cNvSpPr/>
          <p:nvPr/>
        </p:nvSpPr>
        <p:spPr>
          <a:xfrm>
            <a:off x="6572250" y="4133850"/>
            <a:ext cx="11049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</a:t>
            </a:r>
            <a:endParaRPr lang="en-US" sz="1125" dirty="0"/>
          </a:p>
        </p:txBody>
      </p:sp>
      <p:sp>
        <p:nvSpPr>
          <p:cNvPr id="45" name="SK-23-text-44"/>
          <p:cNvSpPr/>
          <p:nvPr/>
        </p:nvSpPr>
        <p:spPr>
          <a:xfrm>
            <a:off x="6572250" y="4395788"/>
            <a:ext cx="48196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 Suggestion: 리스크 설명, 발생 확률, 영향도, 대응 옵션을 포함한 리스크 등록 초안 자동 생성</a:t>
            </a:r>
            <a:endParaRPr lang="en-US" sz="1200" dirty="0"/>
          </a:p>
        </p:txBody>
      </p:sp>
      <p:sp>
        <p:nvSpPr>
          <p:cNvPr id="46" name="SK-23-text-45"/>
          <p:cNvSpPr/>
          <p:nvPr/>
        </p:nvSpPr>
        <p:spPr>
          <a:xfrm>
            <a:off x="6815138" y="5591175"/>
            <a:ext cx="46482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HERMES 적용 사례</a:t>
            </a:r>
            <a:endParaRPr lang="en-US" sz="1050" dirty="0"/>
          </a:p>
        </p:txBody>
      </p:sp>
      <p:sp>
        <p:nvSpPr>
          <p:cNvPr id="47" name="SK-23-text-46"/>
          <p:cNvSpPr/>
          <p:nvPr/>
        </p:nvSpPr>
        <p:spPr>
          <a:xfrm>
            <a:off x="6591300" y="5848350"/>
            <a:ext cx="46482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Helion v3 EOL(E-02) 공지 수신 즉시 </a:t>
            </a:r>
            <a:r>
              <a:rPr lang="en-US" sz="11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"RSK-15: Nav Stack EOL"</a:t>
            </a: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자동 등록 및 2~4주 마이그레이션 일정 확보 제안</a:t>
            </a:r>
            <a:endParaRPr lang="en-US" sz="11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5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5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5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42875"/>
            <a:ext cx="2122289" cy="276225"/>
          </a:xfrm>
          <a:prstGeom prst="rect">
            <a:avLst/>
          </a:prstGeom>
        </p:spPr>
      </p:pic>
      <p:pic>
        <p:nvPicPr>
          <p:cNvPr id="5" name="SK-15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276225"/>
            <a:ext cx="8812411" cy="9525"/>
          </a:xfrm>
          <a:prstGeom prst="rect">
            <a:avLst/>
          </a:prstGeom>
        </p:spPr>
      </p:pic>
      <p:pic>
        <p:nvPicPr>
          <p:cNvPr id="6" name="SK-15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1057275"/>
            <a:ext cx="9525" cy="5657850"/>
          </a:xfrm>
          <a:prstGeom prst="rect">
            <a:avLst/>
          </a:prstGeom>
        </p:spPr>
      </p:pic>
      <p:pic>
        <p:nvPicPr>
          <p:cNvPr id="7" name="SK-15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104900"/>
            <a:ext cx="5029200" cy="633413"/>
          </a:xfrm>
          <a:prstGeom prst="rect">
            <a:avLst/>
          </a:prstGeom>
        </p:spPr>
      </p:pic>
      <p:pic>
        <p:nvPicPr>
          <p:cNvPr id="8" name="SK-15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1209675"/>
            <a:ext cx="238125" cy="190500"/>
          </a:xfrm>
          <a:prstGeom prst="rect">
            <a:avLst/>
          </a:prstGeom>
        </p:spPr>
      </p:pic>
      <p:pic>
        <p:nvPicPr>
          <p:cNvPr id="9" name="SK-15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057549"/>
            <a:ext cx="266700" cy="266700"/>
          </a:xfrm>
          <a:prstGeom prst="rect">
            <a:avLst/>
          </a:prstGeom>
        </p:spPr>
      </p:pic>
      <p:pic>
        <p:nvPicPr>
          <p:cNvPr id="10" name="SK-15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7713" y="2133749"/>
            <a:ext cx="142875" cy="114300"/>
          </a:xfrm>
          <a:prstGeom prst="rect">
            <a:avLst/>
          </a:prstGeom>
        </p:spPr>
      </p:pic>
      <p:pic>
        <p:nvPicPr>
          <p:cNvPr id="11" name="SK-15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2705993"/>
            <a:ext cx="5029200" cy="9525"/>
          </a:xfrm>
          <a:prstGeom prst="rect">
            <a:avLst/>
          </a:prstGeom>
        </p:spPr>
      </p:pic>
      <p:pic>
        <p:nvPicPr>
          <p:cNvPr id="12" name="SK-15-img-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820293"/>
            <a:ext cx="266700" cy="266700"/>
          </a:xfrm>
          <a:prstGeom prst="rect">
            <a:avLst/>
          </a:prstGeom>
        </p:spPr>
      </p:pic>
      <p:pic>
        <p:nvPicPr>
          <p:cNvPr id="13" name="SK-15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7713" y="2896493"/>
            <a:ext cx="142875" cy="114300"/>
          </a:xfrm>
          <a:prstGeom prst="rect">
            <a:avLst/>
          </a:prstGeom>
        </p:spPr>
      </p:pic>
      <p:pic>
        <p:nvPicPr>
          <p:cNvPr id="14" name="SK-15-img-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3468737"/>
            <a:ext cx="5029200" cy="9525"/>
          </a:xfrm>
          <a:prstGeom prst="rect">
            <a:avLst/>
          </a:prstGeom>
        </p:spPr>
      </p:pic>
      <p:pic>
        <p:nvPicPr>
          <p:cNvPr id="15" name="SK-15-img-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3583037"/>
            <a:ext cx="266700" cy="266700"/>
          </a:xfrm>
          <a:prstGeom prst="rect">
            <a:avLst/>
          </a:prstGeom>
        </p:spPr>
      </p:pic>
      <p:pic>
        <p:nvPicPr>
          <p:cNvPr id="16" name="SK-15-img-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7713" y="3659237"/>
            <a:ext cx="142875" cy="114300"/>
          </a:xfrm>
          <a:prstGeom prst="rect">
            <a:avLst/>
          </a:prstGeom>
        </p:spPr>
      </p:pic>
      <p:pic>
        <p:nvPicPr>
          <p:cNvPr id="17" name="SK-15-img-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4231481"/>
            <a:ext cx="5029200" cy="9525"/>
          </a:xfrm>
          <a:prstGeom prst="rect">
            <a:avLst/>
          </a:prstGeom>
        </p:spPr>
      </p:pic>
      <p:pic>
        <p:nvPicPr>
          <p:cNvPr id="18" name="SK-15-img-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4345781"/>
            <a:ext cx="266700" cy="266700"/>
          </a:xfrm>
          <a:prstGeom prst="rect">
            <a:avLst/>
          </a:prstGeom>
        </p:spPr>
      </p:pic>
      <p:pic>
        <p:nvPicPr>
          <p:cNvPr id="19" name="SK-15-img-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7713" y="4421981"/>
            <a:ext cx="142875" cy="114300"/>
          </a:xfrm>
          <a:prstGeom prst="rect">
            <a:avLst/>
          </a:prstGeom>
        </p:spPr>
      </p:pic>
      <p:pic>
        <p:nvPicPr>
          <p:cNvPr id="20" name="SK-15-img-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4994225"/>
            <a:ext cx="5029200" cy="9525"/>
          </a:xfrm>
          <a:prstGeom prst="rect">
            <a:avLst/>
          </a:prstGeom>
        </p:spPr>
      </p:pic>
      <p:pic>
        <p:nvPicPr>
          <p:cNvPr id="21" name="SK-15-img-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5108525"/>
            <a:ext cx="266700" cy="266700"/>
          </a:xfrm>
          <a:prstGeom prst="rect">
            <a:avLst/>
          </a:prstGeom>
        </p:spPr>
      </p:pic>
      <p:pic>
        <p:nvPicPr>
          <p:cNvPr id="22" name="SK-15-img-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7713" y="5184725"/>
            <a:ext cx="142875" cy="114300"/>
          </a:xfrm>
          <a:prstGeom prst="rect">
            <a:avLst/>
          </a:prstGeom>
        </p:spPr>
      </p:pic>
      <p:pic>
        <p:nvPicPr>
          <p:cNvPr id="23" name="SK-15-img-2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5756970"/>
            <a:ext cx="5029200" cy="9525"/>
          </a:xfrm>
          <a:prstGeom prst="rect">
            <a:avLst/>
          </a:prstGeom>
        </p:spPr>
      </p:pic>
      <p:pic>
        <p:nvPicPr>
          <p:cNvPr id="24" name="SK-15-img-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5871270"/>
            <a:ext cx="266700" cy="266700"/>
          </a:xfrm>
          <a:prstGeom prst="rect">
            <a:avLst/>
          </a:prstGeom>
        </p:spPr>
      </p:pic>
      <p:pic>
        <p:nvPicPr>
          <p:cNvPr id="25" name="SK-15-img-24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7713" y="5947470"/>
            <a:ext cx="142875" cy="114300"/>
          </a:xfrm>
          <a:prstGeom prst="rect">
            <a:avLst/>
          </a:prstGeom>
        </p:spPr>
      </p:pic>
      <p:pic>
        <p:nvPicPr>
          <p:cNvPr id="26" name="SK-15-img-2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77000" y="1104900"/>
            <a:ext cx="5029200" cy="633413"/>
          </a:xfrm>
          <a:prstGeom prst="rect">
            <a:avLst/>
          </a:prstGeom>
        </p:spPr>
      </p:pic>
      <p:pic>
        <p:nvPicPr>
          <p:cNvPr id="27" name="SK-15-img-26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29400" y="1209675"/>
            <a:ext cx="238125" cy="190500"/>
          </a:xfrm>
          <a:prstGeom prst="rect">
            <a:avLst/>
          </a:prstGeom>
        </p:spPr>
      </p:pic>
      <p:pic>
        <p:nvPicPr>
          <p:cNvPr id="28" name="SK-15-img-2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0" y="2057549"/>
            <a:ext cx="266700" cy="266700"/>
          </a:xfrm>
          <a:prstGeom prst="rect">
            <a:avLst/>
          </a:prstGeom>
        </p:spPr>
      </p:pic>
      <p:pic>
        <p:nvPicPr>
          <p:cNvPr id="29" name="SK-15-img-28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38913" y="2133749"/>
            <a:ext cx="142875" cy="114300"/>
          </a:xfrm>
          <a:prstGeom prst="rect">
            <a:avLst/>
          </a:prstGeom>
        </p:spPr>
      </p:pic>
      <p:pic>
        <p:nvPicPr>
          <p:cNvPr id="30" name="SK-15-img-2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2705993"/>
            <a:ext cx="5029200" cy="9525"/>
          </a:xfrm>
          <a:prstGeom prst="rect">
            <a:avLst/>
          </a:prstGeom>
        </p:spPr>
      </p:pic>
      <p:pic>
        <p:nvPicPr>
          <p:cNvPr id="31" name="SK-15-img-3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0" y="2820293"/>
            <a:ext cx="266700" cy="266700"/>
          </a:xfrm>
          <a:prstGeom prst="rect">
            <a:avLst/>
          </a:prstGeom>
        </p:spPr>
      </p:pic>
      <p:pic>
        <p:nvPicPr>
          <p:cNvPr id="32" name="SK-15-img-31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38913" y="2896493"/>
            <a:ext cx="142875" cy="114300"/>
          </a:xfrm>
          <a:prstGeom prst="rect">
            <a:avLst/>
          </a:prstGeom>
        </p:spPr>
      </p:pic>
      <p:pic>
        <p:nvPicPr>
          <p:cNvPr id="33" name="SK-15-img-3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3468737"/>
            <a:ext cx="5029200" cy="9525"/>
          </a:xfrm>
          <a:prstGeom prst="rect">
            <a:avLst/>
          </a:prstGeom>
        </p:spPr>
      </p:pic>
      <p:pic>
        <p:nvPicPr>
          <p:cNvPr id="34" name="SK-15-img-3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77000" y="3583037"/>
            <a:ext cx="266700" cy="266700"/>
          </a:xfrm>
          <a:prstGeom prst="rect">
            <a:avLst/>
          </a:prstGeom>
        </p:spPr>
      </p:pic>
      <p:pic>
        <p:nvPicPr>
          <p:cNvPr id="35" name="SK-15-img-3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38913" y="3659237"/>
            <a:ext cx="142875" cy="114300"/>
          </a:xfrm>
          <a:prstGeom prst="rect">
            <a:avLst/>
          </a:prstGeom>
        </p:spPr>
      </p:pic>
      <p:pic>
        <p:nvPicPr>
          <p:cNvPr id="36" name="SK-15-img-3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4231481"/>
            <a:ext cx="5029200" cy="9525"/>
          </a:xfrm>
          <a:prstGeom prst="rect">
            <a:avLst/>
          </a:prstGeom>
        </p:spPr>
      </p:pic>
      <p:pic>
        <p:nvPicPr>
          <p:cNvPr id="37" name="SK-15-img-36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77000" y="4345781"/>
            <a:ext cx="266700" cy="266700"/>
          </a:xfrm>
          <a:prstGeom prst="rect">
            <a:avLst/>
          </a:prstGeom>
        </p:spPr>
      </p:pic>
      <p:pic>
        <p:nvPicPr>
          <p:cNvPr id="38" name="SK-15-img-3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538913" y="4421981"/>
            <a:ext cx="142875" cy="114300"/>
          </a:xfrm>
          <a:prstGeom prst="rect">
            <a:avLst/>
          </a:prstGeom>
        </p:spPr>
      </p:pic>
      <p:pic>
        <p:nvPicPr>
          <p:cNvPr id="39" name="SK-15-img-3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4994225"/>
            <a:ext cx="5029200" cy="9525"/>
          </a:xfrm>
          <a:prstGeom prst="rect">
            <a:avLst/>
          </a:prstGeom>
        </p:spPr>
      </p:pic>
      <p:pic>
        <p:nvPicPr>
          <p:cNvPr id="40" name="SK-15-img-39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77000" y="5108525"/>
            <a:ext cx="266700" cy="266700"/>
          </a:xfrm>
          <a:prstGeom prst="rect">
            <a:avLst/>
          </a:prstGeom>
        </p:spPr>
      </p:pic>
      <p:pic>
        <p:nvPicPr>
          <p:cNvPr id="41" name="SK-15-img-40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538913" y="5184725"/>
            <a:ext cx="142875" cy="114300"/>
          </a:xfrm>
          <a:prstGeom prst="rect">
            <a:avLst/>
          </a:prstGeom>
        </p:spPr>
      </p:pic>
      <p:pic>
        <p:nvPicPr>
          <p:cNvPr id="42" name="SK-15-img-4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5756970"/>
            <a:ext cx="5029200" cy="9525"/>
          </a:xfrm>
          <a:prstGeom prst="rect">
            <a:avLst/>
          </a:prstGeom>
        </p:spPr>
      </p:pic>
      <p:pic>
        <p:nvPicPr>
          <p:cNvPr id="43" name="SK-15-img-42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77000" y="5871270"/>
            <a:ext cx="266700" cy="266700"/>
          </a:xfrm>
          <a:prstGeom prst="rect">
            <a:avLst/>
          </a:prstGeom>
        </p:spPr>
      </p:pic>
      <p:pic>
        <p:nvPicPr>
          <p:cNvPr id="44" name="SK-15-img-43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538913" y="5947470"/>
            <a:ext cx="142875" cy="114300"/>
          </a:xfrm>
          <a:prstGeom prst="rect">
            <a:avLst/>
          </a:prstGeom>
        </p:spPr>
      </p:pic>
      <p:sp>
        <p:nvSpPr>
          <p:cNvPr id="45" name="SK-15-text-44"/>
          <p:cNvSpPr/>
          <p:nvPr/>
        </p:nvSpPr>
        <p:spPr>
          <a:xfrm>
            <a:off x="647700" y="142875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46" name="SK-15-text-45"/>
          <p:cNvSpPr/>
          <p:nvPr/>
        </p:nvSpPr>
        <p:spPr>
          <a:xfrm>
            <a:off x="571500" y="495300"/>
            <a:ext cx="11620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C-8. Value-Driven 관점: 개선 전후 비교</a:t>
            </a:r>
            <a:endParaRPr lang="en-US" sz="2550" dirty="0"/>
          </a:p>
        </p:txBody>
      </p:sp>
      <p:sp>
        <p:nvSpPr>
          <p:cNvPr id="47" name="SK-15-text-46"/>
          <p:cNvSpPr/>
          <p:nvPr/>
        </p:nvSpPr>
        <p:spPr>
          <a:xfrm>
            <a:off x="1171575" y="1162050"/>
            <a:ext cx="47244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AI Assistant</a:t>
            </a:r>
            <a:endParaRPr lang="en-US" sz="1500" dirty="0"/>
          </a:p>
        </p:txBody>
      </p:sp>
      <p:sp>
        <p:nvSpPr>
          <p:cNvPr id="48" name="SK-15-text-47"/>
          <p:cNvSpPr/>
          <p:nvPr/>
        </p:nvSpPr>
        <p:spPr>
          <a:xfrm>
            <a:off x="838200" y="1466850"/>
            <a:ext cx="48006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중심의 형식적 관리 (Reactive)</a:t>
            </a:r>
            <a:endParaRPr lang="en-US" sz="1125" dirty="0"/>
          </a:p>
        </p:txBody>
      </p:sp>
      <p:sp>
        <p:nvSpPr>
          <p:cNvPr id="49" name="SK-15-text-48"/>
          <p:cNvSpPr/>
          <p:nvPr/>
        </p:nvSpPr>
        <p:spPr>
          <a:xfrm>
            <a:off x="1066800" y="2038499"/>
            <a:ext cx="188595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MEASUREMENT</a:t>
            </a:r>
            <a:endParaRPr lang="en-US" sz="825" dirty="0"/>
          </a:p>
        </p:txBody>
      </p:sp>
      <p:sp>
        <p:nvSpPr>
          <p:cNvPr id="50" name="SK-15-text-49"/>
          <p:cNvSpPr/>
          <p:nvPr/>
        </p:nvSpPr>
        <p:spPr>
          <a:xfrm>
            <a:off x="1066800" y="2214711"/>
            <a:ext cx="227076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 중심 측정</a:t>
            </a:r>
            <a:endParaRPr lang="en-US" sz="1200" dirty="0"/>
          </a:p>
        </p:txBody>
      </p:sp>
      <p:sp>
        <p:nvSpPr>
          <p:cNvPr id="51" name="SK-15-text-50"/>
          <p:cNvSpPr/>
          <p:nvPr/>
        </p:nvSpPr>
        <p:spPr>
          <a:xfrm>
            <a:off x="1066800" y="2447032"/>
            <a:ext cx="344424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SC-01~08 지표에만 국한된 관리</a:t>
            </a:r>
            <a:endParaRPr lang="en-US" sz="975" dirty="0"/>
          </a:p>
        </p:txBody>
      </p:sp>
      <p:sp>
        <p:nvSpPr>
          <p:cNvPr id="52" name="SK-15-text-51"/>
          <p:cNvSpPr/>
          <p:nvPr/>
        </p:nvSpPr>
        <p:spPr>
          <a:xfrm>
            <a:off x="1066800" y="2801243"/>
            <a:ext cx="211455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REPORTING</a:t>
            </a:r>
            <a:endParaRPr lang="en-US" sz="825" dirty="0"/>
          </a:p>
        </p:txBody>
      </p:sp>
      <p:sp>
        <p:nvSpPr>
          <p:cNvPr id="53" name="SK-15-text-52"/>
          <p:cNvSpPr/>
          <p:nvPr/>
        </p:nvSpPr>
        <p:spPr>
          <a:xfrm>
            <a:off x="1066800" y="2977455"/>
            <a:ext cx="227076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자동 무검토 배포</a:t>
            </a:r>
            <a:endParaRPr lang="en-US" sz="1200" dirty="0"/>
          </a:p>
        </p:txBody>
      </p:sp>
      <p:sp>
        <p:nvSpPr>
          <p:cNvPr id="54" name="SK-15-text-53"/>
          <p:cNvSpPr/>
          <p:nvPr/>
        </p:nvSpPr>
        <p:spPr>
          <a:xfrm>
            <a:off x="1066800" y="3209776"/>
            <a:ext cx="369189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16주 연속 "전 지표 정상" 기계적 반복</a:t>
            </a:r>
            <a:endParaRPr lang="en-US" sz="975" dirty="0"/>
          </a:p>
        </p:txBody>
      </p:sp>
      <p:sp>
        <p:nvSpPr>
          <p:cNvPr id="55" name="SK-15-text-54"/>
          <p:cNvSpPr/>
          <p:nvPr/>
        </p:nvSpPr>
        <p:spPr>
          <a:xfrm>
            <a:off x="1066800" y="3563987"/>
            <a:ext cx="207645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CHANGE CONTROL</a:t>
            </a:r>
            <a:endParaRPr lang="en-US" sz="825" dirty="0"/>
          </a:p>
        </p:txBody>
      </p:sp>
      <p:sp>
        <p:nvSpPr>
          <p:cNvPr id="56" name="SK-15-text-55"/>
          <p:cNvSpPr/>
          <p:nvPr/>
        </p:nvSpPr>
        <p:spPr>
          <a:xfrm>
            <a:off x="1066800" y="3740200"/>
            <a:ext cx="207645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변경 방치</a:t>
            </a:r>
            <a:endParaRPr lang="en-US" sz="1200" dirty="0"/>
          </a:p>
        </p:txBody>
      </p:sp>
      <p:sp>
        <p:nvSpPr>
          <p:cNvPr id="57" name="SK-15-text-56"/>
          <p:cNvSpPr/>
          <p:nvPr/>
        </p:nvSpPr>
        <p:spPr>
          <a:xfrm>
            <a:off x="1066800" y="3972520"/>
            <a:ext cx="384048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35건의 비공식 변경 baseline 미갱신</a:t>
            </a:r>
            <a:endParaRPr lang="en-US" sz="975" dirty="0"/>
          </a:p>
        </p:txBody>
      </p:sp>
      <p:sp>
        <p:nvSpPr>
          <p:cNvPr id="58" name="SK-15-text-57"/>
          <p:cNvSpPr/>
          <p:nvPr/>
        </p:nvSpPr>
        <p:spPr>
          <a:xfrm>
            <a:off x="1066800" y="4326731"/>
            <a:ext cx="2085975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RISK MANAGEMENT</a:t>
            </a:r>
            <a:endParaRPr lang="en-US" sz="825" dirty="0"/>
          </a:p>
        </p:txBody>
      </p:sp>
      <p:sp>
        <p:nvSpPr>
          <p:cNvPr id="59" name="SK-15-text-58"/>
          <p:cNvSpPr/>
          <p:nvPr/>
        </p:nvSpPr>
        <p:spPr>
          <a:xfrm>
            <a:off x="1066800" y="4502944"/>
            <a:ext cx="2085975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관리 중단</a:t>
            </a:r>
            <a:endParaRPr lang="en-US" sz="1200" dirty="0"/>
          </a:p>
        </p:txBody>
      </p:sp>
      <p:sp>
        <p:nvSpPr>
          <p:cNvPr id="60" name="SK-15-text-59"/>
          <p:cNvSpPr/>
          <p:nvPr/>
        </p:nvSpPr>
        <p:spPr>
          <a:xfrm>
            <a:off x="1066800" y="4735264"/>
            <a:ext cx="403860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4/11 이후 갱신 0회, 외부 위험 미등록</a:t>
            </a:r>
            <a:endParaRPr lang="en-US" sz="975" dirty="0"/>
          </a:p>
        </p:txBody>
      </p:sp>
      <p:sp>
        <p:nvSpPr>
          <p:cNvPr id="61" name="SK-15-text-60"/>
          <p:cNvSpPr/>
          <p:nvPr/>
        </p:nvSpPr>
        <p:spPr>
          <a:xfrm>
            <a:off x="1066800" y="5089475"/>
            <a:ext cx="1952625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COMMUNICATION</a:t>
            </a:r>
            <a:endParaRPr lang="en-US" sz="825" dirty="0"/>
          </a:p>
        </p:txBody>
      </p:sp>
      <p:sp>
        <p:nvSpPr>
          <p:cNvPr id="62" name="SK-15-text-61"/>
          <p:cNvSpPr/>
          <p:nvPr/>
        </p:nvSpPr>
        <p:spPr>
          <a:xfrm>
            <a:off x="1066800" y="5265688"/>
            <a:ext cx="1952625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리전별 정보 단절</a:t>
            </a:r>
            <a:endParaRPr lang="en-US" sz="1200" dirty="0"/>
          </a:p>
        </p:txBody>
      </p:sp>
      <p:sp>
        <p:nvSpPr>
          <p:cNvPr id="63" name="SK-15-text-62"/>
          <p:cNvSpPr/>
          <p:nvPr/>
        </p:nvSpPr>
        <p:spPr>
          <a:xfrm>
            <a:off x="1066800" y="5498009"/>
            <a:ext cx="289941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불일치 및 중복 개발 발생</a:t>
            </a:r>
            <a:endParaRPr lang="en-US" sz="975" dirty="0"/>
          </a:p>
        </p:txBody>
      </p:sp>
      <p:sp>
        <p:nvSpPr>
          <p:cNvPr id="64" name="SK-15-text-63"/>
          <p:cNvSpPr/>
          <p:nvPr/>
        </p:nvSpPr>
        <p:spPr>
          <a:xfrm>
            <a:off x="1066800" y="5852220"/>
            <a:ext cx="196215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DECISION MAKING</a:t>
            </a:r>
            <a:endParaRPr lang="en-US" sz="825" dirty="0"/>
          </a:p>
        </p:txBody>
      </p:sp>
      <p:sp>
        <p:nvSpPr>
          <p:cNvPr id="65" name="SK-15-text-64"/>
          <p:cNvSpPr/>
          <p:nvPr/>
        </p:nvSpPr>
        <p:spPr>
          <a:xfrm>
            <a:off x="1066800" y="6028432"/>
            <a:ext cx="318516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 우선 (SPI First)</a:t>
            </a:r>
            <a:endParaRPr lang="en-US" sz="1200" dirty="0"/>
          </a:p>
        </p:txBody>
      </p:sp>
      <p:sp>
        <p:nvSpPr>
          <p:cNvPr id="66" name="SK-15-text-65"/>
          <p:cNvSpPr/>
          <p:nvPr/>
        </p:nvSpPr>
        <p:spPr>
          <a:xfrm>
            <a:off x="1066800" y="6260753"/>
            <a:ext cx="289941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계약유지율 등 고객 가치 신호 차단</a:t>
            </a:r>
            <a:endParaRPr lang="en-US" sz="975" dirty="0"/>
          </a:p>
        </p:txBody>
      </p:sp>
      <p:sp>
        <p:nvSpPr>
          <p:cNvPr id="67" name="SK-15-text-66"/>
          <p:cNvSpPr/>
          <p:nvPr/>
        </p:nvSpPr>
        <p:spPr>
          <a:xfrm>
            <a:off x="6962775" y="1162050"/>
            <a:ext cx="47244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Transformers (개선)</a:t>
            </a:r>
            <a:endParaRPr lang="en-US" sz="1500" dirty="0"/>
          </a:p>
        </p:txBody>
      </p:sp>
      <p:sp>
        <p:nvSpPr>
          <p:cNvPr id="68" name="SK-15-text-67"/>
          <p:cNvSpPr/>
          <p:nvPr/>
        </p:nvSpPr>
        <p:spPr>
          <a:xfrm>
            <a:off x="6629400" y="1466850"/>
            <a:ext cx="48006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 중심의 구조적 거버넌스 (Proactive)</a:t>
            </a:r>
            <a:endParaRPr lang="en-US" sz="1125" dirty="0"/>
          </a:p>
        </p:txBody>
      </p:sp>
      <p:sp>
        <p:nvSpPr>
          <p:cNvPr id="69" name="SK-15-text-68"/>
          <p:cNvSpPr/>
          <p:nvPr/>
        </p:nvSpPr>
        <p:spPr>
          <a:xfrm>
            <a:off x="6858000" y="2038499"/>
            <a:ext cx="1876425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MEASUREMENT</a:t>
            </a:r>
            <a:endParaRPr lang="en-US" sz="825" dirty="0"/>
          </a:p>
        </p:txBody>
      </p:sp>
      <p:sp>
        <p:nvSpPr>
          <p:cNvPr id="70" name="SK-15-text-69"/>
          <p:cNvSpPr/>
          <p:nvPr/>
        </p:nvSpPr>
        <p:spPr>
          <a:xfrm>
            <a:off x="6858000" y="2214711"/>
            <a:ext cx="355092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 + Outcome 통합</a:t>
            </a:r>
            <a:endParaRPr lang="en-US" sz="1200" dirty="0"/>
          </a:p>
        </p:txBody>
      </p:sp>
      <p:sp>
        <p:nvSpPr>
          <p:cNvPr id="71" name="SK-15-text-70"/>
          <p:cNvSpPr/>
          <p:nvPr/>
        </p:nvSpPr>
        <p:spPr>
          <a:xfrm>
            <a:off x="6858000" y="2447032"/>
            <a:ext cx="289941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편익(BEN) 선행지표 실시간 추적</a:t>
            </a:r>
            <a:endParaRPr lang="en-US" sz="975" dirty="0"/>
          </a:p>
        </p:txBody>
      </p:sp>
      <p:sp>
        <p:nvSpPr>
          <p:cNvPr id="72" name="SK-15-text-71"/>
          <p:cNvSpPr/>
          <p:nvPr/>
        </p:nvSpPr>
        <p:spPr>
          <a:xfrm>
            <a:off x="6858000" y="2801243"/>
            <a:ext cx="2143125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REPORTING</a:t>
            </a:r>
            <a:endParaRPr lang="en-US" sz="825" dirty="0"/>
          </a:p>
        </p:txBody>
      </p:sp>
      <p:sp>
        <p:nvSpPr>
          <p:cNvPr id="73" name="SK-15-text-72"/>
          <p:cNvSpPr/>
          <p:nvPr/>
        </p:nvSpPr>
        <p:spPr>
          <a:xfrm>
            <a:off x="6858000" y="2977455"/>
            <a:ext cx="2143125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인간 검토 루프 강제</a:t>
            </a:r>
            <a:endParaRPr lang="en-US" sz="1200" dirty="0"/>
          </a:p>
        </p:txBody>
      </p:sp>
      <p:sp>
        <p:nvSpPr>
          <p:cNvPr id="74" name="SK-15-text-73"/>
          <p:cNvSpPr/>
          <p:nvPr/>
        </p:nvSpPr>
        <p:spPr>
          <a:xfrm>
            <a:off x="6858000" y="3209776"/>
            <a:ext cx="364236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생성 → 사람 승인 필수 → 괴리 감지</a:t>
            </a:r>
            <a:endParaRPr lang="en-US" sz="975" dirty="0"/>
          </a:p>
        </p:txBody>
      </p:sp>
      <p:sp>
        <p:nvSpPr>
          <p:cNvPr id="75" name="SK-15-text-74"/>
          <p:cNvSpPr/>
          <p:nvPr/>
        </p:nvSpPr>
        <p:spPr>
          <a:xfrm>
            <a:off x="6858000" y="3563987"/>
            <a:ext cx="2181225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CHANGE CONTROL</a:t>
            </a:r>
            <a:endParaRPr lang="en-US" sz="825" dirty="0"/>
          </a:p>
        </p:txBody>
      </p:sp>
      <p:sp>
        <p:nvSpPr>
          <p:cNvPr id="76" name="SK-15-text-75"/>
          <p:cNvSpPr/>
          <p:nvPr/>
        </p:nvSpPr>
        <p:spPr>
          <a:xfrm>
            <a:off x="6858000" y="3740200"/>
            <a:ext cx="2181225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상시 변경 감시</a:t>
            </a:r>
            <a:endParaRPr lang="en-US" sz="1200" dirty="0"/>
          </a:p>
        </p:txBody>
      </p:sp>
      <p:sp>
        <p:nvSpPr>
          <p:cNvPr id="77" name="SK-15-text-76"/>
          <p:cNvSpPr/>
          <p:nvPr/>
        </p:nvSpPr>
        <p:spPr>
          <a:xfrm>
            <a:off x="6858000" y="3972520"/>
            <a:ext cx="349377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채널 감지 시 CR 초안 자동 생성</a:t>
            </a:r>
            <a:endParaRPr lang="en-US" sz="975" dirty="0"/>
          </a:p>
        </p:txBody>
      </p:sp>
      <p:sp>
        <p:nvSpPr>
          <p:cNvPr id="78" name="SK-15-text-77"/>
          <p:cNvSpPr/>
          <p:nvPr/>
        </p:nvSpPr>
        <p:spPr>
          <a:xfrm>
            <a:off x="6858000" y="4326731"/>
            <a:ext cx="2257425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RISK MANAGEMENT</a:t>
            </a:r>
            <a:endParaRPr lang="en-US" sz="825" dirty="0"/>
          </a:p>
        </p:txBody>
      </p:sp>
      <p:sp>
        <p:nvSpPr>
          <p:cNvPr id="79" name="SK-15-text-78"/>
          <p:cNvSpPr/>
          <p:nvPr/>
        </p:nvSpPr>
        <p:spPr>
          <a:xfrm>
            <a:off x="6858000" y="4502944"/>
            <a:ext cx="300228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 Oracle </a:t>
            </a:r>
            <a:r>
              <a:rPr lang="en-US" sz="1200" b="1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상시</a:t>
            </a: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가동</a:t>
            </a:r>
            <a:endParaRPr lang="en-US" sz="1200" dirty="0"/>
          </a:p>
        </p:txBody>
      </p:sp>
      <p:sp>
        <p:nvSpPr>
          <p:cNvPr id="80" name="SK-15-text-79"/>
          <p:cNvSpPr/>
          <p:nvPr/>
        </p:nvSpPr>
        <p:spPr>
          <a:xfrm>
            <a:off x="6858000" y="4735264"/>
            <a:ext cx="349377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신호 감지 시 리스크 자동 등록 제안</a:t>
            </a:r>
            <a:endParaRPr lang="en-US" sz="975" dirty="0"/>
          </a:p>
        </p:txBody>
      </p:sp>
      <p:sp>
        <p:nvSpPr>
          <p:cNvPr id="81" name="SK-15-text-80"/>
          <p:cNvSpPr/>
          <p:nvPr/>
        </p:nvSpPr>
        <p:spPr>
          <a:xfrm>
            <a:off x="6858000" y="5089475"/>
            <a:ext cx="198120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COMMUNICATION</a:t>
            </a:r>
            <a:endParaRPr lang="en-US" sz="825" dirty="0"/>
          </a:p>
        </p:txBody>
      </p:sp>
      <p:sp>
        <p:nvSpPr>
          <p:cNvPr id="82" name="SK-15-text-81"/>
          <p:cNvSpPr/>
          <p:nvPr/>
        </p:nvSpPr>
        <p:spPr>
          <a:xfrm>
            <a:off x="6837192" y="5265688"/>
            <a:ext cx="3302508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Governance Watchdog / Stakeholder Pulse</a:t>
            </a:r>
            <a:endParaRPr lang="en-US" sz="1200" dirty="0"/>
          </a:p>
        </p:txBody>
      </p:sp>
      <p:sp>
        <p:nvSpPr>
          <p:cNvPr id="83" name="SK-15-text-82"/>
          <p:cNvSpPr/>
          <p:nvPr/>
        </p:nvSpPr>
        <p:spPr>
          <a:xfrm>
            <a:off x="6858000" y="5498009"/>
            <a:ext cx="304800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 사항 대조 및 불일치 즉시 알림</a:t>
            </a:r>
            <a:endParaRPr lang="en-US" sz="975" dirty="0"/>
          </a:p>
        </p:txBody>
      </p:sp>
      <p:sp>
        <p:nvSpPr>
          <p:cNvPr id="84" name="SK-15-text-83"/>
          <p:cNvSpPr/>
          <p:nvPr/>
        </p:nvSpPr>
        <p:spPr>
          <a:xfrm>
            <a:off x="6858000" y="5852220"/>
            <a:ext cx="209550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DECISION MAKING</a:t>
            </a:r>
            <a:endParaRPr lang="en-US" sz="825" dirty="0"/>
          </a:p>
        </p:txBody>
      </p:sp>
      <p:sp>
        <p:nvSpPr>
          <p:cNvPr id="85" name="SK-15-text-84"/>
          <p:cNvSpPr/>
          <p:nvPr/>
        </p:nvSpPr>
        <p:spPr>
          <a:xfrm>
            <a:off x="6858000" y="6028432"/>
            <a:ext cx="355092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 우선 (Value First)</a:t>
            </a:r>
            <a:endParaRPr lang="en-US" sz="1200" dirty="0"/>
          </a:p>
        </p:txBody>
      </p:sp>
      <p:sp>
        <p:nvSpPr>
          <p:cNvPr id="86" name="SK-15-text-85"/>
          <p:cNvSpPr/>
          <p:nvPr/>
        </p:nvSpPr>
        <p:spPr>
          <a:xfrm>
            <a:off x="6858000" y="6260753"/>
            <a:ext cx="304800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"고객이 실제로 사용하는가?"에 집중</a:t>
            </a:r>
            <a:endParaRPr lang="en-US" sz="9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6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6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6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16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16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04950"/>
            <a:ext cx="11049000" cy="4972050"/>
          </a:xfrm>
          <a:prstGeom prst="rect">
            <a:avLst/>
          </a:prstGeom>
        </p:spPr>
      </p:pic>
      <p:pic>
        <p:nvPicPr>
          <p:cNvPr id="7" name="SK-16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504950"/>
            <a:ext cx="11049000" cy="457200"/>
          </a:xfrm>
          <a:prstGeom prst="rect">
            <a:avLst/>
          </a:prstGeom>
        </p:spPr>
      </p:pic>
      <p:pic>
        <p:nvPicPr>
          <p:cNvPr id="8" name="SK-16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1504950"/>
            <a:ext cx="2762250" cy="457200"/>
          </a:xfrm>
          <a:prstGeom prst="rect">
            <a:avLst/>
          </a:prstGeom>
        </p:spPr>
      </p:pic>
      <p:pic>
        <p:nvPicPr>
          <p:cNvPr id="9" name="SK-16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3750" y="1504950"/>
            <a:ext cx="1657350" cy="457200"/>
          </a:xfrm>
          <a:prstGeom prst="rect">
            <a:avLst/>
          </a:prstGeom>
        </p:spPr>
      </p:pic>
      <p:pic>
        <p:nvPicPr>
          <p:cNvPr id="10" name="SK-16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91100" y="1504950"/>
            <a:ext cx="1657350" cy="457200"/>
          </a:xfrm>
          <a:prstGeom prst="rect">
            <a:avLst/>
          </a:prstGeom>
        </p:spPr>
      </p:pic>
      <p:pic>
        <p:nvPicPr>
          <p:cNvPr id="11" name="SK-16-img-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48450" y="1504950"/>
            <a:ext cx="4972050" cy="457200"/>
          </a:xfrm>
          <a:prstGeom prst="rect">
            <a:avLst/>
          </a:prstGeom>
        </p:spPr>
      </p:pic>
      <p:pic>
        <p:nvPicPr>
          <p:cNvPr id="12" name="SK-16-img-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1962150"/>
            <a:ext cx="11049000" cy="752475"/>
          </a:xfrm>
          <a:prstGeom prst="rect">
            <a:avLst/>
          </a:prstGeom>
        </p:spPr>
      </p:pic>
      <p:pic>
        <p:nvPicPr>
          <p:cNvPr id="13" name="SK-16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2205038"/>
            <a:ext cx="266700" cy="266700"/>
          </a:xfrm>
          <a:prstGeom prst="rect">
            <a:avLst/>
          </a:prstGeom>
        </p:spPr>
      </p:pic>
      <p:pic>
        <p:nvPicPr>
          <p:cNvPr id="14" name="SK-16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5806" y="2269778"/>
            <a:ext cx="166688" cy="137220"/>
          </a:xfrm>
          <a:prstGeom prst="rect">
            <a:avLst/>
          </a:prstGeom>
        </p:spPr>
      </p:pic>
      <p:pic>
        <p:nvPicPr>
          <p:cNvPr id="15" name="SK-16-img-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2714625"/>
            <a:ext cx="11049000" cy="752475"/>
          </a:xfrm>
          <a:prstGeom prst="rect">
            <a:avLst/>
          </a:prstGeom>
        </p:spPr>
      </p:pic>
      <p:pic>
        <p:nvPicPr>
          <p:cNvPr id="16" name="SK-16-img-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2957513"/>
            <a:ext cx="266700" cy="266700"/>
          </a:xfrm>
          <a:prstGeom prst="rect">
            <a:avLst/>
          </a:prstGeom>
        </p:spPr>
      </p:pic>
      <p:pic>
        <p:nvPicPr>
          <p:cNvPr id="17" name="SK-16-img-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5806" y="3022253"/>
            <a:ext cx="166688" cy="137220"/>
          </a:xfrm>
          <a:prstGeom prst="rect">
            <a:avLst/>
          </a:prstGeom>
        </p:spPr>
      </p:pic>
      <p:pic>
        <p:nvPicPr>
          <p:cNvPr id="18" name="SK-16-img-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3467100"/>
            <a:ext cx="11049000" cy="752475"/>
          </a:xfrm>
          <a:prstGeom prst="rect">
            <a:avLst/>
          </a:prstGeom>
        </p:spPr>
      </p:pic>
      <p:pic>
        <p:nvPicPr>
          <p:cNvPr id="19" name="SK-16-img-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5800" y="3709988"/>
            <a:ext cx="266700" cy="266700"/>
          </a:xfrm>
          <a:prstGeom prst="rect">
            <a:avLst/>
          </a:prstGeom>
        </p:spPr>
      </p:pic>
      <p:pic>
        <p:nvPicPr>
          <p:cNvPr id="20" name="SK-16-img-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5806" y="3774728"/>
            <a:ext cx="166688" cy="137220"/>
          </a:xfrm>
          <a:prstGeom prst="rect">
            <a:avLst/>
          </a:prstGeom>
        </p:spPr>
      </p:pic>
      <p:pic>
        <p:nvPicPr>
          <p:cNvPr id="21" name="SK-16-img-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219575"/>
            <a:ext cx="11049000" cy="752475"/>
          </a:xfrm>
          <a:prstGeom prst="rect">
            <a:avLst/>
          </a:prstGeom>
        </p:spPr>
      </p:pic>
      <p:pic>
        <p:nvPicPr>
          <p:cNvPr id="22" name="SK-16-img-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5800" y="4462463"/>
            <a:ext cx="266700" cy="266700"/>
          </a:xfrm>
          <a:prstGeom prst="rect">
            <a:avLst/>
          </a:prstGeom>
        </p:spPr>
      </p:pic>
      <p:pic>
        <p:nvPicPr>
          <p:cNvPr id="23" name="SK-16-img-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35806" y="4527203"/>
            <a:ext cx="166688" cy="137220"/>
          </a:xfrm>
          <a:prstGeom prst="rect">
            <a:avLst/>
          </a:prstGeom>
        </p:spPr>
      </p:pic>
      <p:pic>
        <p:nvPicPr>
          <p:cNvPr id="24" name="SK-16-img-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1500" y="4972050"/>
            <a:ext cx="11049000" cy="752475"/>
          </a:xfrm>
          <a:prstGeom prst="rect">
            <a:avLst/>
          </a:prstGeom>
        </p:spPr>
      </p:pic>
      <p:pic>
        <p:nvPicPr>
          <p:cNvPr id="25" name="SK-16-img-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5800" y="5214938"/>
            <a:ext cx="266700" cy="266700"/>
          </a:xfrm>
          <a:prstGeom prst="rect">
            <a:avLst/>
          </a:prstGeom>
        </p:spPr>
      </p:pic>
      <p:pic>
        <p:nvPicPr>
          <p:cNvPr id="26" name="SK-16-img-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35806" y="5279678"/>
            <a:ext cx="166688" cy="137220"/>
          </a:xfrm>
          <a:prstGeom prst="rect">
            <a:avLst/>
          </a:prstGeom>
        </p:spPr>
      </p:pic>
      <p:pic>
        <p:nvPicPr>
          <p:cNvPr id="27" name="SK-16-img-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85800" y="5967413"/>
            <a:ext cx="266700" cy="266700"/>
          </a:xfrm>
          <a:prstGeom prst="rect">
            <a:avLst/>
          </a:prstGeom>
        </p:spPr>
      </p:pic>
      <p:pic>
        <p:nvPicPr>
          <p:cNvPr id="28" name="SK-16-img-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35806" y="6032153"/>
            <a:ext cx="166688" cy="137220"/>
          </a:xfrm>
          <a:prstGeom prst="rect">
            <a:avLst/>
          </a:prstGeom>
        </p:spPr>
      </p:pic>
      <p:sp>
        <p:nvSpPr>
          <p:cNvPr id="29" name="SK-16-text-28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0" name="SK-16-text-29"/>
          <p:cNvSpPr/>
          <p:nvPr/>
        </p:nvSpPr>
        <p:spPr>
          <a:xfrm>
            <a:off x="571500" y="733425"/>
            <a:ext cx="11210925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C-9. 기대효과 및 KPI 목표</a:t>
            </a:r>
            <a:endParaRPr lang="en-US" sz="2550" dirty="0"/>
          </a:p>
        </p:txBody>
      </p:sp>
      <p:sp>
        <p:nvSpPr>
          <p:cNvPr id="31" name="SK-16-text-30"/>
          <p:cNvSpPr/>
          <p:nvPr/>
        </p:nvSpPr>
        <p:spPr>
          <a:xfrm>
            <a:off x="685800" y="1504950"/>
            <a:ext cx="2609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KPI 항목</a:t>
            </a:r>
            <a:endParaRPr lang="en-US" sz="1200" dirty="0"/>
          </a:p>
        </p:txBody>
      </p:sp>
      <p:sp>
        <p:nvSpPr>
          <p:cNvPr id="32" name="SK-16-text-31"/>
          <p:cNvSpPr/>
          <p:nvPr/>
        </p:nvSpPr>
        <p:spPr>
          <a:xfrm>
            <a:off x="3295650" y="1504950"/>
            <a:ext cx="1504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현재값 (Before)</a:t>
            </a:r>
            <a:endParaRPr lang="en-US" sz="1200" dirty="0"/>
          </a:p>
        </p:txBody>
      </p:sp>
      <p:sp>
        <p:nvSpPr>
          <p:cNvPr id="33" name="SK-16-text-32"/>
          <p:cNvSpPr/>
          <p:nvPr/>
        </p:nvSpPr>
        <p:spPr>
          <a:xfrm>
            <a:off x="4953000" y="1504950"/>
            <a:ext cx="1504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목표값 (After)</a:t>
            </a:r>
            <a:endParaRPr lang="en-US" sz="1200" dirty="0"/>
          </a:p>
        </p:txBody>
      </p:sp>
      <p:sp>
        <p:nvSpPr>
          <p:cNvPr id="34" name="SK-16-text-33"/>
          <p:cNvSpPr/>
          <p:nvPr/>
        </p:nvSpPr>
        <p:spPr>
          <a:xfrm>
            <a:off x="6762750" y="1504950"/>
            <a:ext cx="48196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 및 달성 근거</a:t>
            </a:r>
            <a:endParaRPr lang="en-US" sz="1200" dirty="0"/>
          </a:p>
        </p:txBody>
      </p:sp>
      <p:sp>
        <p:nvSpPr>
          <p:cNvPr id="35" name="SK-16-text-34"/>
          <p:cNvSpPr/>
          <p:nvPr/>
        </p:nvSpPr>
        <p:spPr>
          <a:xfrm>
            <a:off x="1047750" y="1962150"/>
            <a:ext cx="25336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편익 측정 활성화율</a:t>
            </a:r>
            <a:endParaRPr lang="en-US" sz="1125" dirty="0"/>
          </a:p>
        </p:txBody>
      </p:sp>
      <p:sp>
        <p:nvSpPr>
          <p:cNvPr id="36" name="SK-16-text-35"/>
          <p:cNvSpPr/>
          <p:nvPr/>
        </p:nvSpPr>
        <p:spPr>
          <a:xfrm>
            <a:off x="3295650" y="1962150"/>
            <a:ext cx="15049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dirty="0">
                <a:solidFill>
                  <a:srgbClr val="EF4444"/>
                </a:solidFill>
              </a:rPr>
              <a:t>0/5 (0%)</a:t>
            </a:r>
            <a:endParaRPr lang="en-US" sz="1125" dirty="0"/>
          </a:p>
        </p:txBody>
      </p:sp>
      <p:sp>
        <p:nvSpPr>
          <p:cNvPr id="37" name="SK-16-text-36"/>
          <p:cNvSpPr/>
          <p:nvPr/>
        </p:nvSpPr>
        <p:spPr>
          <a:xfrm>
            <a:off x="4948238" y="1962150"/>
            <a:ext cx="1514475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B981"/>
                </a:solidFill>
              </a:rPr>
              <a:t>5/5 (100%)</a:t>
            </a:r>
            <a:endParaRPr lang="en-US" sz="1350" dirty="0"/>
          </a:p>
        </p:txBody>
      </p:sp>
      <p:sp>
        <p:nvSpPr>
          <p:cNvPr id="38" name="SK-16-text-37"/>
          <p:cNvSpPr/>
          <p:nvPr/>
        </p:nvSpPr>
        <p:spPr>
          <a:xfrm>
            <a:off x="6762750" y="1962150"/>
            <a:ext cx="47434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Transformers 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BEN별 선행지표(Leading Indicator)를 실시간으로 자동 추적 및 시각화</a:t>
            </a:r>
            <a:endParaRPr lang="en-US" sz="1050" dirty="0"/>
          </a:p>
        </p:txBody>
      </p:sp>
      <p:sp>
        <p:nvSpPr>
          <p:cNvPr id="39" name="SK-16-text-38"/>
          <p:cNvSpPr/>
          <p:nvPr/>
        </p:nvSpPr>
        <p:spPr>
          <a:xfrm>
            <a:off x="1047750" y="2714625"/>
            <a:ext cx="25336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괴리 감지 → 보고 리드타임</a:t>
            </a:r>
            <a:endParaRPr lang="en-US" sz="1125" dirty="0"/>
          </a:p>
        </p:txBody>
      </p:sp>
      <p:sp>
        <p:nvSpPr>
          <p:cNvPr id="40" name="SK-16-text-39"/>
          <p:cNvSpPr/>
          <p:nvPr/>
        </p:nvSpPr>
        <p:spPr>
          <a:xfrm>
            <a:off x="3295650" y="2714625"/>
            <a:ext cx="15049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dirty="0">
                <a:solidFill>
                  <a:srgbClr val="EF4444"/>
                </a:solidFill>
              </a:rPr>
              <a:t>∞ (미감지)</a:t>
            </a:r>
            <a:endParaRPr lang="en-US" sz="1125" dirty="0"/>
          </a:p>
        </p:txBody>
      </p:sp>
      <p:sp>
        <p:nvSpPr>
          <p:cNvPr id="41" name="SK-16-text-40"/>
          <p:cNvSpPr/>
          <p:nvPr/>
        </p:nvSpPr>
        <p:spPr>
          <a:xfrm>
            <a:off x="4948238" y="2714625"/>
            <a:ext cx="1514475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B981"/>
                </a:solidFill>
              </a:rPr>
              <a:t>≤ 24시간</a:t>
            </a:r>
            <a:endParaRPr lang="en-US" sz="1350" dirty="0"/>
          </a:p>
        </p:txBody>
      </p:sp>
      <p:sp>
        <p:nvSpPr>
          <p:cNvPr id="42" name="SK-16-text-41"/>
          <p:cNvSpPr/>
          <p:nvPr/>
        </p:nvSpPr>
        <p:spPr>
          <a:xfrm>
            <a:off x="6762750" y="2714625"/>
            <a:ext cx="47434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Cost Protector / Change Guardian 의 자동 Cross-Check 엔진 가동을 통해 지표와 원자료 간 불일치를 일 단위로 탐지</a:t>
            </a:r>
            <a:endParaRPr lang="en-US" sz="1050" dirty="0"/>
          </a:p>
        </p:txBody>
      </p:sp>
      <p:sp>
        <p:nvSpPr>
          <p:cNvPr id="43" name="SK-16-text-42"/>
          <p:cNvSpPr/>
          <p:nvPr/>
        </p:nvSpPr>
        <p:spPr>
          <a:xfrm>
            <a:off x="1047750" y="3467100"/>
            <a:ext cx="25336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비공식 변경 CR 전환율</a:t>
            </a:r>
            <a:endParaRPr lang="en-US" sz="1125" dirty="0"/>
          </a:p>
        </p:txBody>
      </p:sp>
      <p:sp>
        <p:nvSpPr>
          <p:cNvPr id="44" name="SK-16-text-43"/>
          <p:cNvSpPr/>
          <p:nvPr/>
        </p:nvSpPr>
        <p:spPr>
          <a:xfrm>
            <a:off x="3295650" y="3467100"/>
            <a:ext cx="15049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dirty="0">
                <a:solidFill>
                  <a:srgbClr val="EF4444"/>
                </a:solidFill>
              </a:rPr>
              <a:t>0% (35건 방치)</a:t>
            </a:r>
            <a:endParaRPr lang="en-US" sz="1125" dirty="0"/>
          </a:p>
        </p:txBody>
      </p:sp>
      <p:sp>
        <p:nvSpPr>
          <p:cNvPr id="45" name="SK-16-text-44"/>
          <p:cNvSpPr/>
          <p:nvPr/>
        </p:nvSpPr>
        <p:spPr>
          <a:xfrm>
            <a:off x="4948238" y="3467100"/>
            <a:ext cx="1514475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B981"/>
                </a:solidFill>
              </a:rPr>
              <a:t>≥ 80%</a:t>
            </a:r>
            <a:endParaRPr lang="en-US" sz="1350" dirty="0"/>
          </a:p>
        </p:txBody>
      </p:sp>
      <p:sp>
        <p:nvSpPr>
          <p:cNvPr id="46" name="SK-16-text-45"/>
          <p:cNvSpPr/>
          <p:nvPr/>
        </p:nvSpPr>
        <p:spPr>
          <a:xfrm>
            <a:off x="6762750" y="3467100"/>
            <a:ext cx="47434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Governance Watchdog / Change Guardian 이 메신저/회의록 내 비공식 요청을 자동 감지하여 정식 CR 초안 생성 및 승인 유도</a:t>
            </a:r>
            <a:endParaRPr lang="en-US" sz="1050" dirty="0"/>
          </a:p>
        </p:txBody>
      </p:sp>
      <p:sp>
        <p:nvSpPr>
          <p:cNvPr id="47" name="SK-16-text-46"/>
          <p:cNvSpPr/>
          <p:nvPr/>
        </p:nvSpPr>
        <p:spPr>
          <a:xfrm>
            <a:off x="1047750" y="4219575"/>
            <a:ext cx="25336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리전 간 결정 불일치 건수</a:t>
            </a:r>
            <a:endParaRPr lang="en-US" sz="1125" dirty="0"/>
          </a:p>
        </p:txBody>
      </p:sp>
      <p:sp>
        <p:nvSpPr>
          <p:cNvPr id="48" name="SK-16-text-47"/>
          <p:cNvSpPr/>
          <p:nvPr/>
        </p:nvSpPr>
        <p:spPr>
          <a:xfrm>
            <a:off x="3295650" y="4219575"/>
            <a:ext cx="15049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dirty="0">
                <a:solidFill>
                  <a:srgbClr val="EF4444"/>
                </a:solidFill>
              </a:rPr>
              <a:t>5건</a:t>
            </a:r>
            <a:endParaRPr lang="en-US" sz="1125" dirty="0"/>
          </a:p>
        </p:txBody>
      </p:sp>
      <p:sp>
        <p:nvSpPr>
          <p:cNvPr id="49" name="SK-16-text-48"/>
          <p:cNvSpPr/>
          <p:nvPr/>
        </p:nvSpPr>
        <p:spPr>
          <a:xfrm>
            <a:off x="4948238" y="4219575"/>
            <a:ext cx="1514475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B981"/>
                </a:solidFill>
              </a:rPr>
              <a:t>0건</a:t>
            </a:r>
            <a:endParaRPr lang="en-US" sz="1350" dirty="0"/>
          </a:p>
        </p:txBody>
      </p:sp>
      <p:sp>
        <p:nvSpPr>
          <p:cNvPr id="50" name="SK-16-text-49"/>
          <p:cNvSpPr/>
          <p:nvPr/>
        </p:nvSpPr>
        <p:spPr>
          <a:xfrm>
            <a:off x="6762750" y="4219575"/>
            <a:ext cx="47434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Governance Watchdog / Stakeholder Pulse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통한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3개 </a:t>
            </a:r>
            <a:r>
              <a:rPr 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리전의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기록을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상시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대조하여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불일치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발견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 </a:t>
            </a:r>
            <a:r>
              <a:rPr 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</a:t>
            </a:r>
            <a:r>
              <a:rPr 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조정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프로세스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가동</a:t>
            </a:r>
            <a:endParaRPr lang="en-US" sz="1050" dirty="0"/>
          </a:p>
        </p:txBody>
      </p:sp>
      <p:sp>
        <p:nvSpPr>
          <p:cNvPr id="51" name="SK-16-text-50"/>
          <p:cNvSpPr/>
          <p:nvPr/>
        </p:nvSpPr>
        <p:spPr>
          <a:xfrm>
            <a:off x="1047750" y="4972050"/>
            <a:ext cx="25336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리스크 대장 갱신 주기</a:t>
            </a:r>
            <a:endParaRPr lang="en-US" sz="1125" dirty="0"/>
          </a:p>
        </p:txBody>
      </p:sp>
      <p:sp>
        <p:nvSpPr>
          <p:cNvPr id="52" name="SK-16-text-51"/>
          <p:cNvSpPr/>
          <p:nvPr/>
        </p:nvSpPr>
        <p:spPr>
          <a:xfrm>
            <a:off x="3295650" y="4972050"/>
            <a:ext cx="15049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dirty="0">
                <a:solidFill>
                  <a:srgbClr val="EF4444"/>
                </a:solidFill>
              </a:rPr>
              <a:t>137일 방치</a:t>
            </a:r>
            <a:endParaRPr lang="en-US" sz="1125" dirty="0"/>
          </a:p>
        </p:txBody>
      </p:sp>
      <p:sp>
        <p:nvSpPr>
          <p:cNvPr id="53" name="SK-16-text-52"/>
          <p:cNvSpPr/>
          <p:nvPr/>
        </p:nvSpPr>
        <p:spPr>
          <a:xfrm>
            <a:off x="4948238" y="4972050"/>
            <a:ext cx="1514475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B981"/>
                </a:solidFill>
              </a:rPr>
              <a:t>≤ 7일</a:t>
            </a:r>
            <a:endParaRPr lang="en-US" sz="1350" dirty="0"/>
          </a:p>
        </p:txBody>
      </p:sp>
      <p:sp>
        <p:nvSpPr>
          <p:cNvPr id="54" name="SK-16-text-53"/>
          <p:cNvSpPr/>
          <p:nvPr/>
        </p:nvSpPr>
        <p:spPr>
          <a:xfrm>
            <a:off x="6762750" y="4972050"/>
            <a:ext cx="47434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 Oracle 가 외부 신호(EOL 등) 및 내부 임계치 초과를 감지하여 주간 단위로 리스크 등록 제안</a:t>
            </a:r>
            <a:endParaRPr lang="en-US" sz="1050" dirty="0"/>
          </a:p>
        </p:txBody>
      </p:sp>
      <p:sp>
        <p:nvSpPr>
          <p:cNvPr id="55" name="SK-16-text-54"/>
          <p:cNvSpPr/>
          <p:nvPr/>
        </p:nvSpPr>
        <p:spPr>
          <a:xfrm>
            <a:off x="1047750" y="5724525"/>
            <a:ext cx="25336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보고서 사람 검토율</a:t>
            </a:r>
            <a:endParaRPr lang="en-US" sz="1125" dirty="0"/>
          </a:p>
        </p:txBody>
      </p:sp>
      <p:sp>
        <p:nvSpPr>
          <p:cNvPr id="56" name="SK-16-text-55"/>
          <p:cNvSpPr/>
          <p:nvPr/>
        </p:nvSpPr>
        <p:spPr>
          <a:xfrm>
            <a:off x="3295650" y="5724525"/>
            <a:ext cx="15049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dirty="0">
                <a:solidFill>
                  <a:srgbClr val="EF4444"/>
                </a:solidFill>
              </a:rPr>
              <a:t>0% (16주)</a:t>
            </a:r>
            <a:endParaRPr lang="en-US" sz="1125" dirty="0"/>
          </a:p>
        </p:txBody>
      </p:sp>
      <p:sp>
        <p:nvSpPr>
          <p:cNvPr id="57" name="SK-16-text-56"/>
          <p:cNvSpPr/>
          <p:nvPr/>
        </p:nvSpPr>
        <p:spPr>
          <a:xfrm>
            <a:off x="4948238" y="5724525"/>
            <a:ext cx="1514475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B981"/>
                </a:solidFill>
              </a:rPr>
              <a:t>100%</a:t>
            </a:r>
            <a:endParaRPr lang="en-US" sz="1350" dirty="0"/>
          </a:p>
        </p:txBody>
      </p:sp>
      <p:sp>
        <p:nvSpPr>
          <p:cNvPr id="58" name="SK-16-text-57"/>
          <p:cNvSpPr/>
          <p:nvPr/>
        </p:nvSpPr>
        <p:spPr>
          <a:xfrm>
            <a:off x="6762750" y="5724525"/>
            <a:ext cx="47434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Governance 규칙 강제를 통해 AI 생성 보고서에 대한 책임자(PM/PO) 최종 승인 단계 필수화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7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7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7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17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17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04950"/>
            <a:ext cx="11049000" cy="471488"/>
          </a:xfrm>
          <a:prstGeom prst="rect">
            <a:avLst/>
          </a:prstGeom>
        </p:spPr>
      </p:pic>
      <p:pic>
        <p:nvPicPr>
          <p:cNvPr id="7" name="SK-17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626394"/>
            <a:ext cx="285750" cy="228600"/>
          </a:xfrm>
          <a:prstGeom prst="rect">
            <a:avLst/>
          </a:prstGeom>
        </p:spPr>
      </p:pic>
      <p:pic>
        <p:nvPicPr>
          <p:cNvPr id="8" name="SK-17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166938"/>
            <a:ext cx="11049000" cy="4310063"/>
          </a:xfrm>
          <a:prstGeom prst="rect">
            <a:avLst/>
          </a:prstGeom>
        </p:spPr>
      </p:pic>
      <p:pic>
        <p:nvPicPr>
          <p:cNvPr id="9" name="SK-17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2166938"/>
            <a:ext cx="1004441" cy="442913"/>
          </a:xfrm>
          <a:prstGeom prst="rect">
            <a:avLst/>
          </a:prstGeom>
        </p:spPr>
      </p:pic>
      <p:pic>
        <p:nvPicPr>
          <p:cNvPr id="10" name="SK-17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5941" y="2166938"/>
            <a:ext cx="1807964" cy="442913"/>
          </a:xfrm>
          <a:prstGeom prst="rect">
            <a:avLst/>
          </a:prstGeom>
        </p:spPr>
      </p:pic>
      <p:pic>
        <p:nvPicPr>
          <p:cNvPr id="11" name="SK-17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83905" y="2166938"/>
            <a:ext cx="3816846" cy="442913"/>
          </a:xfrm>
          <a:prstGeom prst="rect">
            <a:avLst/>
          </a:prstGeom>
        </p:spPr>
      </p:pic>
      <p:pic>
        <p:nvPicPr>
          <p:cNvPr id="12" name="SK-17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00751" y="2166938"/>
            <a:ext cx="2209651" cy="442913"/>
          </a:xfrm>
          <a:prstGeom prst="rect">
            <a:avLst/>
          </a:prstGeom>
        </p:spPr>
      </p:pic>
      <p:pic>
        <p:nvPicPr>
          <p:cNvPr id="13" name="SK-17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10402" y="2166938"/>
            <a:ext cx="2210098" cy="442913"/>
          </a:xfrm>
          <a:prstGeom prst="rect">
            <a:avLst/>
          </a:prstGeom>
        </p:spPr>
      </p:pic>
      <p:pic>
        <p:nvPicPr>
          <p:cNvPr id="14" name="SK-17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2609850"/>
            <a:ext cx="1004441" cy="844153"/>
          </a:xfrm>
          <a:prstGeom prst="rect">
            <a:avLst/>
          </a:prstGeom>
        </p:spPr>
      </p:pic>
      <p:pic>
        <p:nvPicPr>
          <p:cNvPr id="15" name="SK-17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75941" y="2609850"/>
            <a:ext cx="1807964" cy="844153"/>
          </a:xfrm>
          <a:prstGeom prst="rect">
            <a:avLst/>
          </a:prstGeom>
        </p:spPr>
      </p:pic>
      <p:pic>
        <p:nvPicPr>
          <p:cNvPr id="16" name="SK-17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83905" y="2609850"/>
            <a:ext cx="3816846" cy="844153"/>
          </a:xfrm>
          <a:prstGeom prst="rect">
            <a:avLst/>
          </a:prstGeom>
        </p:spPr>
      </p:pic>
      <p:pic>
        <p:nvPicPr>
          <p:cNvPr id="17" name="SK-17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98205" y="2724150"/>
            <a:ext cx="178594" cy="253008"/>
          </a:xfrm>
          <a:prstGeom prst="rect">
            <a:avLst/>
          </a:prstGeom>
        </p:spPr>
      </p:pic>
      <p:pic>
        <p:nvPicPr>
          <p:cNvPr id="18" name="SK-17-img-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98205" y="3015258"/>
            <a:ext cx="178594" cy="253008"/>
          </a:xfrm>
          <a:prstGeom prst="rect">
            <a:avLst/>
          </a:prstGeom>
        </p:spPr>
      </p:pic>
      <p:pic>
        <p:nvPicPr>
          <p:cNvPr id="19" name="SK-17-img-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00751" y="2609850"/>
            <a:ext cx="2209651" cy="844153"/>
          </a:xfrm>
          <a:prstGeom prst="rect">
            <a:avLst/>
          </a:prstGeom>
        </p:spPr>
      </p:pic>
      <p:pic>
        <p:nvPicPr>
          <p:cNvPr id="20" name="SK-17-img-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410402" y="2609850"/>
            <a:ext cx="2210098" cy="844153"/>
          </a:xfrm>
          <a:prstGeom prst="rect">
            <a:avLst/>
          </a:prstGeom>
        </p:spPr>
      </p:pic>
      <p:pic>
        <p:nvPicPr>
          <p:cNvPr id="21" name="SK-17-img-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3454003"/>
            <a:ext cx="1004441" cy="844153"/>
          </a:xfrm>
          <a:prstGeom prst="rect">
            <a:avLst/>
          </a:prstGeom>
        </p:spPr>
      </p:pic>
      <p:pic>
        <p:nvPicPr>
          <p:cNvPr id="22" name="SK-17-img-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75941" y="3454003"/>
            <a:ext cx="1807964" cy="844153"/>
          </a:xfrm>
          <a:prstGeom prst="rect">
            <a:avLst/>
          </a:prstGeom>
        </p:spPr>
      </p:pic>
      <p:pic>
        <p:nvPicPr>
          <p:cNvPr id="23" name="SK-17-img-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383905" y="3454003"/>
            <a:ext cx="3816846" cy="844153"/>
          </a:xfrm>
          <a:prstGeom prst="rect">
            <a:avLst/>
          </a:prstGeom>
        </p:spPr>
      </p:pic>
      <p:pic>
        <p:nvPicPr>
          <p:cNvPr id="24" name="SK-17-img-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498205" y="3568303"/>
            <a:ext cx="178594" cy="253008"/>
          </a:xfrm>
          <a:prstGeom prst="rect">
            <a:avLst/>
          </a:prstGeom>
        </p:spPr>
      </p:pic>
      <p:pic>
        <p:nvPicPr>
          <p:cNvPr id="25" name="SK-17-img-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98205" y="3859411"/>
            <a:ext cx="178594" cy="253008"/>
          </a:xfrm>
          <a:prstGeom prst="rect">
            <a:avLst/>
          </a:prstGeom>
        </p:spPr>
      </p:pic>
      <p:pic>
        <p:nvPicPr>
          <p:cNvPr id="26" name="SK-17-img-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200751" y="3454003"/>
            <a:ext cx="2209651" cy="844153"/>
          </a:xfrm>
          <a:prstGeom prst="rect">
            <a:avLst/>
          </a:prstGeom>
        </p:spPr>
      </p:pic>
      <p:pic>
        <p:nvPicPr>
          <p:cNvPr id="27" name="SK-17-img-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410402" y="3454003"/>
            <a:ext cx="2210098" cy="844153"/>
          </a:xfrm>
          <a:prstGeom prst="rect">
            <a:avLst/>
          </a:prstGeom>
        </p:spPr>
      </p:pic>
      <p:pic>
        <p:nvPicPr>
          <p:cNvPr id="28" name="SK-17-img-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4298156"/>
            <a:ext cx="1004441" cy="844153"/>
          </a:xfrm>
          <a:prstGeom prst="rect">
            <a:avLst/>
          </a:prstGeom>
        </p:spPr>
      </p:pic>
      <p:pic>
        <p:nvPicPr>
          <p:cNvPr id="29" name="SK-17-img-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575941" y="4298156"/>
            <a:ext cx="1807964" cy="844153"/>
          </a:xfrm>
          <a:prstGeom prst="rect">
            <a:avLst/>
          </a:prstGeom>
        </p:spPr>
      </p:pic>
      <p:pic>
        <p:nvPicPr>
          <p:cNvPr id="30" name="SK-17-img-2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383905" y="4298156"/>
            <a:ext cx="3816846" cy="844153"/>
          </a:xfrm>
          <a:prstGeom prst="rect">
            <a:avLst/>
          </a:prstGeom>
        </p:spPr>
      </p:pic>
      <p:pic>
        <p:nvPicPr>
          <p:cNvPr id="31" name="SK-17-img-30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498205" y="4412456"/>
            <a:ext cx="178594" cy="253008"/>
          </a:xfrm>
          <a:prstGeom prst="rect">
            <a:avLst/>
          </a:prstGeom>
        </p:spPr>
      </p:pic>
      <p:pic>
        <p:nvPicPr>
          <p:cNvPr id="32" name="SK-17-img-3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98205" y="4703564"/>
            <a:ext cx="178594" cy="253008"/>
          </a:xfrm>
          <a:prstGeom prst="rect">
            <a:avLst/>
          </a:prstGeom>
        </p:spPr>
      </p:pic>
      <p:pic>
        <p:nvPicPr>
          <p:cNvPr id="33" name="SK-17-img-32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200751" y="4298156"/>
            <a:ext cx="2209651" cy="844153"/>
          </a:xfrm>
          <a:prstGeom prst="rect">
            <a:avLst/>
          </a:prstGeom>
        </p:spPr>
      </p:pic>
      <p:pic>
        <p:nvPicPr>
          <p:cNvPr id="34" name="SK-17-img-33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410402" y="4298156"/>
            <a:ext cx="2210098" cy="844153"/>
          </a:xfrm>
          <a:prstGeom prst="rect">
            <a:avLst/>
          </a:prstGeom>
        </p:spPr>
      </p:pic>
      <p:pic>
        <p:nvPicPr>
          <p:cNvPr id="35" name="SK-17-img-34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498205" y="5256609"/>
            <a:ext cx="171450" cy="723900"/>
          </a:xfrm>
          <a:prstGeom prst="rect">
            <a:avLst/>
          </a:prstGeom>
        </p:spPr>
      </p:pic>
      <p:pic>
        <p:nvPicPr>
          <p:cNvPr id="36" name="SK-17-img-3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98205" y="6018609"/>
            <a:ext cx="178594" cy="253008"/>
          </a:xfrm>
          <a:prstGeom prst="rect">
            <a:avLst/>
          </a:prstGeom>
        </p:spPr>
      </p:pic>
      <p:sp>
        <p:nvSpPr>
          <p:cNvPr id="37" name="SK-17-text-36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8" name="SK-17-text-37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C-10. 당시로 돌아갔다면: 타임라인별 개입 포인트 (W1~W18)</a:t>
            </a:r>
            <a:endParaRPr lang="en-US" sz="2550" dirty="0"/>
          </a:p>
        </p:txBody>
      </p:sp>
      <p:sp>
        <p:nvSpPr>
          <p:cNvPr id="39" name="SK-17-text-38"/>
          <p:cNvSpPr/>
          <p:nvPr/>
        </p:nvSpPr>
        <p:spPr>
          <a:xfrm>
            <a:off x="1123950" y="1619250"/>
            <a:ext cx="1106805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초기 및 중기 단계에서의 선제적 조치가 "수박 프로젝트"화를 방지할 수 있는 결정적 기회였습니다.</a:t>
            </a:r>
            <a:endParaRPr lang="en-US" sz="1275" dirty="0"/>
          </a:p>
        </p:txBody>
      </p:sp>
      <p:sp>
        <p:nvSpPr>
          <p:cNvPr id="40" name="SK-17-text-39"/>
          <p:cNvSpPr/>
          <p:nvPr/>
        </p:nvSpPr>
        <p:spPr>
          <a:xfrm>
            <a:off x="685800" y="2166938"/>
            <a:ext cx="852041" cy="4429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</a:rPr>
              <a:t>시점</a:t>
            </a:r>
            <a:endParaRPr lang="en-US" sz="1125" dirty="0"/>
          </a:p>
        </p:txBody>
      </p:sp>
      <p:sp>
        <p:nvSpPr>
          <p:cNvPr id="41" name="SK-17-text-40"/>
          <p:cNvSpPr/>
          <p:nvPr/>
        </p:nvSpPr>
        <p:spPr>
          <a:xfrm>
            <a:off x="1690241" y="2166938"/>
            <a:ext cx="1655564" cy="4429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발생 사건</a:t>
            </a:r>
            <a:endParaRPr lang="en-US" sz="1125" dirty="0"/>
          </a:p>
        </p:txBody>
      </p:sp>
      <p:sp>
        <p:nvSpPr>
          <p:cNvPr id="42" name="SK-17-text-41"/>
          <p:cNvSpPr/>
          <p:nvPr/>
        </p:nvSpPr>
        <p:spPr>
          <a:xfrm>
            <a:off x="3498205" y="2166938"/>
            <a:ext cx="3664446" cy="4429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취했어야 할 조치</a:t>
            </a:r>
            <a:endParaRPr lang="en-US" sz="1125" dirty="0"/>
          </a:p>
        </p:txBody>
      </p:sp>
      <p:sp>
        <p:nvSpPr>
          <p:cNvPr id="43" name="SK-17-text-42"/>
          <p:cNvSpPr/>
          <p:nvPr/>
        </p:nvSpPr>
        <p:spPr>
          <a:xfrm>
            <a:off x="7315051" y="2166938"/>
            <a:ext cx="2057251" cy="4429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</a:rPr>
              <a:t>근거</a:t>
            </a:r>
            <a:endParaRPr lang="en-US" sz="1125" dirty="0"/>
          </a:p>
        </p:txBody>
      </p:sp>
      <p:sp>
        <p:nvSpPr>
          <p:cNvPr id="44" name="SK-17-text-43"/>
          <p:cNvSpPr/>
          <p:nvPr/>
        </p:nvSpPr>
        <p:spPr>
          <a:xfrm>
            <a:off x="9524702" y="2166938"/>
            <a:ext cx="2057698" cy="4429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1125" dirty="0"/>
          </a:p>
        </p:txBody>
      </p:sp>
      <p:sp>
        <p:nvSpPr>
          <p:cNvPr id="45" name="SK-17-text-44"/>
          <p:cNvSpPr/>
          <p:nvPr/>
        </p:nvSpPr>
        <p:spPr>
          <a:xfrm>
            <a:off x="571500" y="2609850"/>
            <a:ext cx="775841" cy="8441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</a:rPr>
              <a:t>W1</a:t>
            </a:r>
            <a:endParaRPr lang="en-US" sz="1125" dirty="0"/>
          </a:p>
          <a:p>
            <a:pPr marL="0" indent="0" algn="ctr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</a:rPr>
              <a:t>(1/5)</a:t>
            </a:r>
            <a:endParaRPr lang="en-US" sz="1125" dirty="0"/>
          </a:p>
        </p:txBody>
      </p:sp>
      <p:sp>
        <p:nvSpPr>
          <p:cNvPr id="46" name="SK-17-text-45"/>
          <p:cNvSpPr/>
          <p:nvPr/>
        </p:nvSpPr>
        <p:spPr>
          <a:xfrm>
            <a:off x="1690241" y="2609850"/>
            <a:ext cx="1655564" cy="8441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착수</a:t>
            </a:r>
            <a:endParaRPr lang="en-US" sz="1125" dirty="0"/>
          </a:p>
        </p:txBody>
      </p:sp>
      <p:sp>
        <p:nvSpPr>
          <p:cNvPr id="47" name="SK-17-text-46"/>
          <p:cNvSpPr/>
          <p:nvPr/>
        </p:nvSpPr>
        <p:spPr>
          <a:xfrm>
            <a:off x="3752999" y="2724150"/>
            <a:ext cx="4019550" cy="2530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 측정 체계 수립 및 측정 책임자 지정</a:t>
            </a:r>
            <a:endParaRPr lang="en-US" sz="1125" dirty="0"/>
          </a:p>
        </p:txBody>
      </p:sp>
      <p:sp>
        <p:nvSpPr>
          <p:cNvPr id="48" name="SK-17-text-47"/>
          <p:cNvSpPr/>
          <p:nvPr/>
        </p:nvSpPr>
        <p:spPr>
          <a:xfrm>
            <a:off x="3752999" y="3015258"/>
            <a:ext cx="3676650" cy="2530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성공기준(SC)에 BEN 선행지표 포함</a:t>
            </a:r>
            <a:endParaRPr lang="en-US" sz="1125" dirty="0"/>
          </a:p>
        </p:txBody>
      </p:sp>
      <p:sp>
        <p:nvSpPr>
          <p:cNvPr id="49" name="SK-17-textBg-48"/>
          <p:cNvSpPr/>
          <p:nvPr/>
        </p:nvSpPr>
        <p:spPr>
          <a:xfrm>
            <a:off x="7315051" y="2743200"/>
            <a:ext cx="1381125" cy="198090"/>
          </a:xfrm>
          <a:prstGeom prst="roundRect">
            <a:avLst>
              <a:gd name="adj" fmla="val 19234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K-17-text-49"/>
          <p:cNvSpPr/>
          <p:nvPr/>
        </p:nvSpPr>
        <p:spPr>
          <a:xfrm>
            <a:off x="7372201" y="2743200"/>
            <a:ext cx="2558113" cy="1980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02_benefit_register</a:t>
            </a:r>
            <a:endParaRPr lang="en-US" sz="900" dirty="0"/>
          </a:p>
        </p:txBody>
      </p:sp>
      <p:sp>
        <p:nvSpPr>
          <p:cNvPr id="51" name="SK-17-textBg-50"/>
          <p:cNvSpPr/>
          <p:nvPr/>
        </p:nvSpPr>
        <p:spPr>
          <a:xfrm>
            <a:off x="7315051" y="2998440"/>
            <a:ext cx="1171575" cy="198090"/>
          </a:xfrm>
          <a:prstGeom prst="roundRect">
            <a:avLst>
              <a:gd name="adj" fmla="val 19234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K-17-text-51"/>
          <p:cNvSpPr/>
          <p:nvPr/>
        </p:nvSpPr>
        <p:spPr>
          <a:xfrm>
            <a:off x="7372201" y="2998440"/>
            <a:ext cx="1774159" cy="1980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M-01(PO제안 기각)</a:t>
            </a:r>
            <a:endParaRPr lang="en-US" sz="900" dirty="0"/>
          </a:p>
        </p:txBody>
      </p:sp>
      <p:sp>
        <p:nvSpPr>
          <p:cNvPr id="53" name="SK-17-text-52"/>
          <p:cNvSpPr/>
          <p:nvPr/>
        </p:nvSpPr>
        <p:spPr>
          <a:xfrm>
            <a:off x="9524702" y="2609850"/>
            <a:ext cx="1981498" cy="8441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Outcome 추적 시작으로 파일럿 이상 조기 감지</a:t>
            </a:r>
            <a:endParaRPr lang="en-US" sz="1125" dirty="0"/>
          </a:p>
        </p:txBody>
      </p:sp>
      <p:sp>
        <p:nvSpPr>
          <p:cNvPr id="54" name="SK-17-text-53"/>
          <p:cNvSpPr/>
          <p:nvPr/>
        </p:nvSpPr>
        <p:spPr>
          <a:xfrm>
            <a:off x="571500" y="3454003"/>
            <a:ext cx="775841" cy="8441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</a:rPr>
              <a:t>W9</a:t>
            </a:r>
            <a:endParaRPr lang="en-US" sz="1125" dirty="0"/>
          </a:p>
          <a:p>
            <a:pPr marL="0" indent="0" algn="ctr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</a:rPr>
              <a:t>(3/3)</a:t>
            </a:r>
            <a:endParaRPr lang="en-US" sz="1125" dirty="0"/>
          </a:p>
        </p:txBody>
      </p:sp>
      <p:sp>
        <p:nvSpPr>
          <p:cNvPr id="55" name="SK-17-text-54"/>
          <p:cNvSpPr/>
          <p:nvPr/>
        </p:nvSpPr>
        <p:spPr>
          <a:xfrm>
            <a:off x="1690241" y="3454003"/>
            <a:ext cx="1579364" cy="8441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v2 변경</a:t>
            </a:r>
            <a:endParaRPr lang="en-US" sz="1125" dirty="0"/>
          </a:p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(CR-012)</a:t>
            </a:r>
            <a:endParaRPr lang="en-US" sz="1125" dirty="0"/>
          </a:p>
        </p:txBody>
      </p:sp>
      <p:sp>
        <p:nvSpPr>
          <p:cNvPr id="56" name="SK-17-text-55"/>
          <p:cNvSpPr/>
          <p:nvPr/>
        </p:nvSpPr>
        <p:spPr>
          <a:xfrm>
            <a:off x="3752999" y="3568303"/>
            <a:ext cx="3962400" cy="2530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리전 동시 공유 및 동의 절차 수행</a:t>
            </a:r>
            <a:endParaRPr lang="en-US" sz="1125" dirty="0"/>
          </a:p>
        </p:txBody>
      </p:sp>
      <p:sp>
        <p:nvSpPr>
          <p:cNvPr id="57" name="SK-17-text-56"/>
          <p:cNvSpPr/>
          <p:nvPr/>
        </p:nvSpPr>
        <p:spPr>
          <a:xfrm>
            <a:off x="3752999" y="3859411"/>
            <a:ext cx="4362450" cy="2530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통과를 삭제하지 않고 별도 완료조건 유지</a:t>
            </a:r>
            <a:endParaRPr lang="en-US" sz="1125" dirty="0"/>
          </a:p>
        </p:txBody>
      </p:sp>
      <p:sp>
        <p:nvSpPr>
          <p:cNvPr id="58" name="SK-17-textBg-57"/>
          <p:cNvSpPr/>
          <p:nvPr/>
        </p:nvSpPr>
        <p:spPr>
          <a:xfrm>
            <a:off x="7315051" y="3587353"/>
            <a:ext cx="876300" cy="198090"/>
          </a:xfrm>
          <a:prstGeom prst="roundRect">
            <a:avLst>
              <a:gd name="adj" fmla="val 19234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K-17-text-58"/>
          <p:cNvSpPr/>
          <p:nvPr/>
        </p:nvSpPr>
        <p:spPr>
          <a:xfrm>
            <a:off x="7372201" y="3587353"/>
            <a:ext cx="1351722" cy="1980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M-03(QA삭제)</a:t>
            </a:r>
            <a:endParaRPr lang="en-US" sz="900" dirty="0"/>
          </a:p>
        </p:txBody>
      </p:sp>
      <p:sp>
        <p:nvSpPr>
          <p:cNvPr id="60" name="SK-17-textBg-59"/>
          <p:cNvSpPr/>
          <p:nvPr/>
        </p:nvSpPr>
        <p:spPr>
          <a:xfrm>
            <a:off x="7315051" y="3842593"/>
            <a:ext cx="1181100" cy="198090"/>
          </a:xfrm>
          <a:prstGeom prst="roundRect">
            <a:avLst>
              <a:gd name="adj" fmla="val 19234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K-17-text-60"/>
          <p:cNvSpPr/>
          <p:nvPr/>
        </p:nvSpPr>
        <p:spPr>
          <a:xfrm>
            <a:off x="7372201" y="3842593"/>
            <a:ext cx="2147365" cy="1980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E-03(Daniel Suh)</a:t>
            </a:r>
            <a:endParaRPr lang="en-US" sz="900" dirty="0"/>
          </a:p>
        </p:txBody>
      </p:sp>
      <p:sp>
        <p:nvSpPr>
          <p:cNvPr id="62" name="SK-17-text-61"/>
          <p:cNvSpPr/>
          <p:nvPr/>
        </p:nvSpPr>
        <p:spPr>
          <a:xfrm>
            <a:off x="9524702" y="3454003"/>
            <a:ext cx="1981498" cy="8441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미검증 상태 방지 및 리전 간 DoD 통일</a:t>
            </a:r>
            <a:endParaRPr lang="en-US" sz="1125" dirty="0"/>
          </a:p>
        </p:txBody>
      </p:sp>
      <p:sp>
        <p:nvSpPr>
          <p:cNvPr id="63" name="SK-17-text-62"/>
          <p:cNvSpPr/>
          <p:nvPr/>
        </p:nvSpPr>
        <p:spPr>
          <a:xfrm>
            <a:off x="571500" y="4298156"/>
            <a:ext cx="775841" cy="8441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</a:rPr>
              <a:t>W14</a:t>
            </a:r>
            <a:endParaRPr lang="en-US" sz="1125" dirty="0"/>
          </a:p>
          <a:p>
            <a:pPr marL="0" indent="0" algn="ctr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</a:rPr>
              <a:t>(4/11)</a:t>
            </a:r>
            <a:endParaRPr lang="en-US" sz="1125" dirty="0"/>
          </a:p>
        </p:txBody>
      </p:sp>
      <p:sp>
        <p:nvSpPr>
          <p:cNvPr id="64" name="SK-17-text-63"/>
          <p:cNvSpPr/>
          <p:nvPr/>
        </p:nvSpPr>
        <p:spPr>
          <a:xfrm>
            <a:off x="1690241" y="4298156"/>
            <a:ext cx="1579364" cy="8441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대장</a:t>
            </a:r>
            <a:endParaRPr lang="en-US" sz="1125" dirty="0"/>
          </a:p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마지막 갱신</a:t>
            </a:r>
            <a:endParaRPr lang="en-US" sz="1125" dirty="0"/>
          </a:p>
        </p:txBody>
      </p:sp>
      <p:sp>
        <p:nvSpPr>
          <p:cNvPr id="65" name="SK-17-text-64"/>
          <p:cNvSpPr/>
          <p:nvPr/>
        </p:nvSpPr>
        <p:spPr>
          <a:xfrm>
            <a:off x="3752999" y="4412456"/>
            <a:ext cx="3276600" cy="2530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1회 정기 리스크 리뷰 의무화</a:t>
            </a:r>
            <a:endParaRPr lang="en-US" sz="1125" dirty="0"/>
          </a:p>
        </p:txBody>
      </p:sp>
      <p:sp>
        <p:nvSpPr>
          <p:cNvPr id="66" name="SK-17-text-65"/>
          <p:cNvSpPr/>
          <p:nvPr/>
        </p:nvSpPr>
        <p:spPr>
          <a:xfrm>
            <a:off x="3752999" y="4703564"/>
            <a:ext cx="4705350" cy="2530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High→Medium 하향 시 정량적 근거 필수화</a:t>
            </a:r>
            <a:endParaRPr lang="en-US" sz="1125" dirty="0"/>
          </a:p>
        </p:txBody>
      </p:sp>
      <p:sp>
        <p:nvSpPr>
          <p:cNvPr id="67" name="SK-17-textBg-66"/>
          <p:cNvSpPr/>
          <p:nvPr/>
        </p:nvSpPr>
        <p:spPr>
          <a:xfrm>
            <a:off x="7315051" y="4431506"/>
            <a:ext cx="1181100" cy="198090"/>
          </a:xfrm>
          <a:prstGeom prst="roundRect">
            <a:avLst>
              <a:gd name="adj" fmla="val 19234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K-17-text-67"/>
          <p:cNvSpPr/>
          <p:nvPr/>
        </p:nvSpPr>
        <p:spPr>
          <a:xfrm>
            <a:off x="7372201" y="4431506"/>
            <a:ext cx="2147365" cy="1980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11_risk_register</a:t>
            </a:r>
            <a:endParaRPr lang="en-US" sz="900" dirty="0"/>
          </a:p>
        </p:txBody>
      </p:sp>
      <p:sp>
        <p:nvSpPr>
          <p:cNvPr id="69" name="SK-17-textBg-68"/>
          <p:cNvSpPr/>
          <p:nvPr/>
        </p:nvSpPr>
        <p:spPr>
          <a:xfrm>
            <a:off x="7315051" y="4686746"/>
            <a:ext cx="1514475" cy="198090"/>
          </a:xfrm>
          <a:prstGeom prst="roundRect">
            <a:avLst>
              <a:gd name="adj" fmla="val 19234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K-17-text-69"/>
          <p:cNvSpPr/>
          <p:nvPr/>
        </p:nvSpPr>
        <p:spPr>
          <a:xfrm>
            <a:off x="7372201" y="4686746"/>
            <a:ext cx="2198011" cy="1980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M-02("근거는 넘어가죠")</a:t>
            </a:r>
            <a:endParaRPr lang="en-US" sz="900" dirty="0"/>
          </a:p>
        </p:txBody>
      </p:sp>
      <p:sp>
        <p:nvSpPr>
          <p:cNvPr id="71" name="SK-17-text-70"/>
          <p:cNvSpPr/>
          <p:nvPr/>
        </p:nvSpPr>
        <p:spPr>
          <a:xfrm>
            <a:off x="9524702" y="4298156"/>
            <a:ext cx="1981498" cy="8441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4개월 방치 방지 및 Helion EOL 적기 등록</a:t>
            </a:r>
            <a:endParaRPr lang="en-US" sz="1125" dirty="0"/>
          </a:p>
        </p:txBody>
      </p:sp>
      <p:sp>
        <p:nvSpPr>
          <p:cNvPr id="72" name="SK-17-text-71"/>
          <p:cNvSpPr/>
          <p:nvPr/>
        </p:nvSpPr>
        <p:spPr>
          <a:xfrm>
            <a:off x="571500" y="5142309"/>
            <a:ext cx="775841" cy="13346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</a:rPr>
              <a:t>W18</a:t>
            </a:r>
            <a:endParaRPr lang="en-US" sz="1125" dirty="0"/>
          </a:p>
          <a:p>
            <a:pPr marL="0" indent="0" algn="ctr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</a:rPr>
              <a:t>(5/5)</a:t>
            </a:r>
            <a:endParaRPr lang="en-US" sz="1125" dirty="0"/>
          </a:p>
        </p:txBody>
      </p:sp>
      <p:sp>
        <p:nvSpPr>
          <p:cNvPr id="73" name="SK-17-text-72"/>
          <p:cNvSpPr/>
          <p:nvPr/>
        </p:nvSpPr>
        <p:spPr>
          <a:xfrm>
            <a:off x="1690241" y="5142309"/>
            <a:ext cx="1579364" cy="13346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주간보고</a:t>
            </a:r>
            <a:endParaRPr lang="en-US" sz="1125" dirty="0"/>
          </a:p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시작</a:t>
            </a:r>
            <a:endParaRPr lang="en-US" sz="1125" dirty="0"/>
          </a:p>
        </p:txBody>
      </p:sp>
      <p:sp>
        <p:nvSpPr>
          <p:cNvPr id="74" name="SK-17-text-73"/>
          <p:cNvSpPr/>
          <p:nvPr/>
        </p:nvSpPr>
        <p:spPr>
          <a:xfrm>
            <a:off x="3745855" y="5256609"/>
            <a:ext cx="3340596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생성 보고서에 대한 '사람 검토(Human-in-the-loop)' 프로세스 수립</a:t>
            </a:r>
            <a:endParaRPr lang="en-US" sz="1125" dirty="0"/>
          </a:p>
        </p:txBody>
      </p:sp>
      <p:sp>
        <p:nvSpPr>
          <p:cNvPr id="75" name="SK-17-text-74"/>
          <p:cNvSpPr/>
          <p:nvPr/>
        </p:nvSpPr>
        <p:spPr>
          <a:xfrm>
            <a:off x="3752999" y="6018609"/>
            <a:ext cx="4705350" cy="2530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참조 데이터 범위에 파일럿/편익 데이터 강제 포함</a:t>
            </a:r>
            <a:endParaRPr lang="en-US" sz="1125" dirty="0"/>
          </a:p>
        </p:txBody>
      </p:sp>
      <p:sp>
        <p:nvSpPr>
          <p:cNvPr id="76" name="SK-17-textBg-75"/>
          <p:cNvSpPr/>
          <p:nvPr/>
        </p:nvSpPr>
        <p:spPr>
          <a:xfrm>
            <a:off x="7315051" y="5275659"/>
            <a:ext cx="914400" cy="198090"/>
          </a:xfrm>
          <a:prstGeom prst="roundRect">
            <a:avLst>
              <a:gd name="adj" fmla="val 19234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K-17-text-76"/>
          <p:cNvSpPr/>
          <p:nvPr/>
        </p:nvSpPr>
        <p:spPr>
          <a:xfrm>
            <a:off x="7372201" y="5275659"/>
            <a:ext cx="1600200" cy="1980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08_ai_weekly</a:t>
            </a:r>
            <a:endParaRPr lang="en-US" sz="900" dirty="0"/>
          </a:p>
        </p:txBody>
      </p:sp>
      <p:sp>
        <p:nvSpPr>
          <p:cNvPr id="78" name="SK-17-textBg-77"/>
          <p:cNvSpPr/>
          <p:nvPr/>
        </p:nvSpPr>
        <p:spPr>
          <a:xfrm>
            <a:off x="8353276" y="5275659"/>
            <a:ext cx="781050" cy="198090"/>
          </a:xfrm>
          <a:prstGeom prst="roundRect">
            <a:avLst>
              <a:gd name="adj" fmla="val 19234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K-17-text-78"/>
          <p:cNvSpPr/>
          <p:nvPr/>
        </p:nvSpPr>
        <p:spPr>
          <a:xfrm>
            <a:off x="8410426" y="5275659"/>
            <a:ext cx="1170878" cy="1980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ROOT CAUSE</a:t>
            </a:r>
            <a:endParaRPr lang="en-US" sz="900" dirty="0"/>
          </a:p>
        </p:txBody>
      </p:sp>
      <p:sp>
        <p:nvSpPr>
          <p:cNvPr id="80" name="SK-17-text-79"/>
          <p:cNvSpPr/>
          <p:nvPr/>
        </p:nvSpPr>
        <p:spPr>
          <a:xfrm>
            <a:off x="9524702" y="5142309"/>
            <a:ext cx="1981498" cy="13346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괴리(SC-03 vs 실제)의 실시간 포착</a:t>
            </a:r>
            <a:endParaRPr lang="en-US" sz="11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7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7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7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27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27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04950"/>
            <a:ext cx="11049000" cy="4972050"/>
          </a:xfrm>
          <a:prstGeom prst="rect">
            <a:avLst/>
          </a:prstGeom>
        </p:spPr>
      </p:pic>
      <p:pic>
        <p:nvPicPr>
          <p:cNvPr id="7" name="SK-27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504950"/>
            <a:ext cx="1325761" cy="428625"/>
          </a:xfrm>
          <a:prstGeom prst="rect">
            <a:avLst/>
          </a:prstGeom>
        </p:spPr>
      </p:pic>
      <p:pic>
        <p:nvPicPr>
          <p:cNvPr id="8" name="SK-27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97261" y="1504950"/>
            <a:ext cx="2762250" cy="428625"/>
          </a:xfrm>
          <a:prstGeom prst="rect">
            <a:avLst/>
          </a:prstGeom>
        </p:spPr>
      </p:pic>
      <p:pic>
        <p:nvPicPr>
          <p:cNvPr id="9" name="SK-27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59511" y="1504950"/>
            <a:ext cx="3093690" cy="428625"/>
          </a:xfrm>
          <a:prstGeom prst="rect">
            <a:avLst/>
          </a:prstGeom>
        </p:spPr>
      </p:pic>
      <p:pic>
        <p:nvPicPr>
          <p:cNvPr id="10" name="SK-27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53201" y="1504950"/>
            <a:ext cx="1988790" cy="428625"/>
          </a:xfrm>
          <a:prstGeom prst="rect">
            <a:avLst/>
          </a:prstGeom>
        </p:spPr>
      </p:pic>
      <p:pic>
        <p:nvPicPr>
          <p:cNvPr id="11" name="SK-27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41991" y="1504950"/>
            <a:ext cx="1878509" cy="428625"/>
          </a:xfrm>
          <a:prstGeom prst="rect">
            <a:avLst/>
          </a:prstGeom>
        </p:spPr>
      </p:pic>
      <p:pic>
        <p:nvPicPr>
          <p:cNvPr id="12" name="SK-27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1933575"/>
            <a:ext cx="1325761" cy="1510308"/>
          </a:xfrm>
          <a:prstGeom prst="rect">
            <a:avLst/>
          </a:prstGeom>
        </p:spPr>
      </p:pic>
      <p:pic>
        <p:nvPicPr>
          <p:cNvPr id="13" name="SK-27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97261" y="1933575"/>
            <a:ext cx="2762250" cy="1510308"/>
          </a:xfrm>
          <a:prstGeom prst="rect">
            <a:avLst/>
          </a:prstGeom>
        </p:spPr>
      </p:pic>
      <p:pic>
        <p:nvPicPr>
          <p:cNvPr id="14" name="SK-27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59511" y="1933575"/>
            <a:ext cx="3093690" cy="1510308"/>
          </a:xfrm>
          <a:prstGeom prst="rect">
            <a:avLst/>
          </a:prstGeom>
        </p:spPr>
      </p:pic>
      <p:pic>
        <p:nvPicPr>
          <p:cNvPr id="15" name="SK-27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53201" y="1933575"/>
            <a:ext cx="1988790" cy="1510308"/>
          </a:xfrm>
          <a:prstGeom prst="rect">
            <a:avLst/>
          </a:prstGeom>
        </p:spPr>
      </p:pic>
      <p:pic>
        <p:nvPicPr>
          <p:cNvPr id="16" name="SK-27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41991" y="1933575"/>
            <a:ext cx="1878509" cy="1510308"/>
          </a:xfrm>
          <a:prstGeom prst="rect">
            <a:avLst/>
          </a:prstGeom>
        </p:spPr>
      </p:pic>
      <p:pic>
        <p:nvPicPr>
          <p:cNvPr id="17" name="SK-27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3443883"/>
            <a:ext cx="1325761" cy="1510308"/>
          </a:xfrm>
          <a:prstGeom prst="rect">
            <a:avLst/>
          </a:prstGeom>
        </p:spPr>
      </p:pic>
      <p:pic>
        <p:nvPicPr>
          <p:cNvPr id="18" name="SK-27-img-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97261" y="3443883"/>
            <a:ext cx="2762250" cy="1510308"/>
          </a:xfrm>
          <a:prstGeom prst="rect">
            <a:avLst/>
          </a:prstGeom>
        </p:spPr>
      </p:pic>
      <p:pic>
        <p:nvPicPr>
          <p:cNvPr id="19" name="SK-27-img-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59511" y="3443883"/>
            <a:ext cx="3093690" cy="1510308"/>
          </a:xfrm>
          <a:prstGeom prst="rect">
            <a:avLst/>
          </a:prstGeom>
        </p:spPr>
      </p:pic>
      <p:pic>
        <p:nvPicPr>
          <p:cNvPr id="20" name="SK-27-img-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53201" y="3443883"/>
            <a:ext cx="1988790" cy="1510308"/>
          </a:xfrm>
          <a:prstGeom prst="rect">
            <a:avLst/>
          </a:prstGeom>
        </p:spPr>
      </p:pic>
      <p:pic>
        <p:nvPicPr>
          <p:cNvPr id="21" name="SK-27-img-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41991" y="3443883"/>
            <a:ext cx="1878509" cy="1510308"/>
          </a:xfrm>
          <a:prstGeom prst="rect">
            <a:avLst/>
          </a:prstGeom>
        </p:spPr>
      </p:pic>
      <p:pic>
        <p:nvPicPr>
          <p:cNvPr id="22" name="SK-27-img-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011561" y="5406777"/>
            <a:ext cx="166688" cy="137220"/>
          </a:xfrm>
          <a:prstGeom prst="rect">
            <a:avLst/>
          </a:prstGeom>
        </p:spPr>
      </p:pic>
      <p:sp>
        <p:nvSpPr>
          <p:cNvPr id="23" name="SK-27-text-22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24" name="SK-27-text-23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C-11. 당시로 돌아갔다면: 타임라인별 개입 포인트 (W21~W30)</a:t>
            </a:r>
            <a:endParaRPr lang="en-US" sz="2550" dirty="0"/>
          </a:p>
        </p:txBody>
      </p:sp>
      <p:sp>
        <p:nvSpPr>
          <p:cNvPr id="25" name="SK-27-text-24"/>
          <p:cNvSpPr/>
          <p:nvPr/>
        </p:nvSpPr>
        <p:spPr>
          <a:xfrm>
            <a:off x="685800" y="1504950"/>
            <a:ext cx="1173361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시점</a:t>
            </a:r>
            <a:endParaRPr lang="en-US" sz="1050" dirty="0"/>
          </a:p>
        </p:txBody>
      </p:sp>
      <p:sp>
        <p:nvSpPr>
          <p:cNvPr id="26" name="SK-27-text-25"/>
          <p:cNvSpPr/>
          <p:nvPr/>
        </p:nvSpPr>
        <p:spPr>
          <a:xfrm>
            <a:off x="2011561" y="1504950"/>
            <a:ext cx="260985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발생 사건 및 오류</a:t>
            </a:r>
            <a:endParaRPr lang="en-US" sz="1050" dirty="0"/>
          </a:p>
        </p:txBody>
      </p:sp>
      <p:sp>
        <p:nvSpPr>
          <p:cNvPr id="27" name="SK-27-text-26"/>
          <p:cNvSpPr/>
          <p:nvPr/>
        </p:nvSpPr>
        <p:spPr>
          <a:xfrm>
            <a:off x="4773811" y="1504950"/>
            <a:ext cx="3632898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취했어야 할 조치 (Intervention)</a:t>
            </a:r>
            <a:endParaRPr lang="en-US" sz="1050" dirty="0"/>
          </a:p>
        </p:txBody>
      </p:sp>
      <p:sp>
        <p:nvSpPr>
          <p:cNvPr id="28" name="SK-27-text-27"/>
          <p:cNvSpPr/>
          <p:nvPr/>
        </p:nvSpPr>
        <p:spPr>
          <a:xfrm>
            <a:off x="7867501" y="1504950"/>
            <a:ext cx="183639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(데이터/문서)</a:t>
            </a:r>
            <a:endParaRPr lang="en-US" sz="1050" dirty="0"/>
          </a:p>
        </p:txBody>
      </p:sp>
      <p:sp>
        <p:nvSpPr>
          <p:cNvPr id="29" name="SK-27-text-28"/>
          <p:cNvSpPr/>
          <p:nvPr/>
        </p:nvSpPr>
        <p:spPr>
          <a:xfrm>
            <a:off x="9856291" y="1504950"/>
            <a:ext cx="1726109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1050" dirty="0"/>
          </a:p>
        </p:txBody>
      </p:sp>
      <p:sp>
        <p:nvSpPr>
          <p:cNvPr id="30" name="SK-27-textBg-29"/>
          <p:cNvSpPr/>
          <p:nvPr/>
        </p:nvSpPr>
        <p:spPr>
          <a:xfrm>
            <a:off x="685800" y="2085975"/>
            <a:ext cx="342900" cy="223838"/>
          </a:xfrm>
          <a:prstGeom prst="roundRect">
            <a:avLst>
              <a:gd name="adj" fmla="val 8511"/>
            </a:avLst>
          </a:prstGeom>
          <a:solidFill>
            <a:srgbClr val="005AEE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K-27-text-30"/>
          <p:cNvSpPr/>
          <p:nvPr/>
        </p:nvSpPr>
        <p:spPr>
          <a:xfrm>
            <a:off x="742950" y="2085975"/>
            <a:ext cx="429260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05AEE"/>
                </a:solidFill>
              </a:rPr>
              <a:t>W21</a:t>
            </a:r>
            <a:endParaRPr lang="en-US" sz="975" dirty="0"/>
          </a:p>
        </p:txBody>
      </p:sp>
      <p:sp>
        <p:nvSpPr>
          <p:cNvPr id="32" name="SK-27-text-31"/>
          <p:cNvSpPr/>
          <p:nvPr/>
        </p:nvSpPr>
        <p:spPr>
          <a:xfrm>
            <a:off x="685800" y="2347913"/>
            <a:ext cx="126492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5월 26일</a:t>
            </a:r>
            <a:endParaRPr lang="en-US" sz="975" dirty="0"/>
          </a:p>
        </p:txBody>
      </p:sp>
      <p:sp>
        <p:nvSpPr>
          <p:cNvPr id="33" name="SK-27-text-32"/>
          <p:cNvSpPr/>
          <p:nvPr/>
        </p:nvSpPr>
        <p:spPr>
          <a:xfrm>
            <a:off x="2011561" y="2085975"/>
            <a:ext cx="26098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엣지캐시 도입 결정 무효화</a:t>
            </a:r>
            <a:endParaRPr lang="en-US" sz="1125" dirty="0"/>
          </a:p>
        </p:txBody>
      </p:sp>
      <p:sp>
        <p:nvSpPr>
          <p:cNvPr id="34" name="SK-27-text-33"/>
          <p:cNvSpPr/>
          <p:nvPr/>
        </p:nvSpPr>
        <p:spPr>
          <a:xfrm>
            <a:off x="2011561" y="2338388"/>
            <a:ext cx="25336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메신저 채널을 통해 G3 조건부 통과 항목을 임의 취소</a:t>
            </a:r>
            <a:endParaRPr lang="en-US" sz="1050" dirty="0"/>
          </a:p>
        </p:txBody>
      </p:sp>
      <p:sp>
        <p:nvSpPr>
          <p:cNvPr id="35" name="SK-27-text-34"/>
          <p:cNvSpPr/>
          <p:nvPr/>
        </p:nvSpPr>
        <p:spPr>
          <a:xfrm>
            <a:off x="4773811" y="2085975"/>
            <a:ext cx="38481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공식 변경 통제(CR) 프로세스 회부</a:t>
            </a:r>
            <a:endParaRPr lang="en-US" sz="1125" dirty="0"/>
          </a:p>
        </p:txBody>
      </p:sp>
      <p:sp>
        <p:nvSpPr>
          <p:cNvPr id="36" name="SK-27-text-35"/>
          <p:cNvSpPr/>
          <p:nvPr/>
        </p:nvSpPr>
        <p:spPr>
          <a:xfrm>
            <a:off x="4773811" y="2300288"/>
            <a:ext cx="33337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예산 및 기술적 영향 분석 수행</a:t>
            </a:r>
            <a:endParaRPr lang="en-US" sz="1125" dirty="0"/>
          </a:p>
        </p:txBody>
      </p:sp>
      <p:sp>
        <p:nvSpPr>
          <p:cNvPr id="37" name="SK-27-text-36"/>
          <p:cNvSpPr/>
          <p:nvPr/>
        </p:nvSpPr>
        <p:spPr>
          <a:xfrm>
            <a:off x="4773811" y="2514600"/>
            <a:ext cx="33337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스폰서/거버넌스 보드 공식 보고</a:t>
            </a:r>
            <a:endParaRPr lang="en-US" sz="1125" dirty="0"/>
          </a:p>
        </p:txBody>
      </p:sp>
      <p:sp>
        <p:nvSpPr>
          <p:cNvPr id="38" name="SK-27-text-37"/>
          <p:cNvSpPr/>
          <p:nvPr/>
        </p:nvSpPr>
        <p:spPr>
          <a:xfrm>
            <a:off x="7867501" y="2105025"/>
            <a:ext cx="1390650" cy="590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G3 조건부 통과 조건</a:t>
            </a:r>
            <a:endParaRPr lang="en-US" sz="1050" dirty="0"/>
          </a:p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예산 소진율 89% 도달</a:t>
            </a:r>
            <a:endParaRPr lang="en-US" sz="1050" dirty="0"/>
          </a:p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(07_ai_infra_cost)</a:t>
            </a:r>
            <a:endParaRPr lang="en-US" sz="1050" dirty="0"/>
          </a:p>
        </p:txBody>
      </p:sp>
      <p:sp>
        <p:nvSpPr>
          <p:cNvPr id="39" name="SK-27-text-38"/>
          <p:cNvSpPr/>
          <p:nvPr/>
        </p:nvSpPr>
        <p:spPr>
          <a:xfrm>
            <a:off x="9856291" y="2105025"/>
            <a:ext cx="1447800" cy="3762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비용 폭증 방지</a:t>
            </a:r>
            <a:endParaRPr lang="en-US" sz="1050" dirty="0"/>
          </a:p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재무 건전성 확보</a:t>
            </a:r>
            <a:endParaRPr lang="en-US" sz="1050" dirty="0"/>
          </a:p>
        </p:txBody>
      </p:sp>
      <p:sp>
        <p:nvSpPr>
          <p:cNvPr id="40" name="SK-27-textBg-39"/>
          <p:cNvSpPr/>
          <p:nvPr/>
        </p:nvSpPr>
        <p:spPr>
          <a:xfrm>
            <a:off x="685800" y="3596283"/>
            <a:ext cx="342900" cy="223838"/>
          </a:xfrm>
          <a:prstGeom prst="roundRect">
            <a:avLst>
              <a:gd name="adj" fmla="val 8511"/>
            </a:avLst>
          </a:prstGeom>
          <a:solidFill>
            <a:srgbClr val="005AEE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K-27-text-40"/>
          <p:cNvSpPr/>
          <p:nvPr/>
        </p:nvSpPr>
        <p:spPr>
          <a:xfrm>
            <a:off x="742950" y="3596283"/>
            <a:ext cx="429260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05AEE"/>
                </a:solidFill>
              </a:rPr>
              <a:t>W25</a:t>
            </a:r>
            <a:endParaRPr lang="en-US" sz="975" dirty="0"/>
          </a:p>
        </p:txBody>
      </p:sp>
      <p:sp>
        <p:nvSpPr>
          <p:cNvPr id="42" name="SK-27-text-41"/>
          <p:cNvSpPr/>
          <p:nvPr/>
        </p:nvSpPr>
        <p:spPr>
          <a:xfrm>
            <a:off x="685800" y="3858220"/>
            <a:ext cx="126492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6월 23일</a:t>
            </a:r>
            <a:endParaRPr lang="en-US" sz="975" dirty="0"/>
          </a:p>
        </p:txBody>
      </p:sp>
      <p:sp>
        <p:nvSpPr>
          <p:cNvPr id="43" name="SK-27-text-42"/>
          <p:cNvSpPr/>
          <p:nvPr/>
        </p:nvSpPr>
        <p:spPr>
          <a:xfrm>
            <a:off x="2011561" y="3596283"/>
            <a:ext cx="33337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착수 시 성공기준 불요 동의</a:t>
            </a:r>
            <a:endParaRPr lang="en-US" sz="1125" dirty="0"/>
          </a:p>
        </p:txBody>
      </p:sp>
      <p:sp>
        <p:nvSpPr>
          <p:cNvPr id="44" name="SK-27-text-43"/>
          <p:cNvSpPr/>
          <p:nvPr/>
        </p:nvSpPr>
        <p:spPr>
          <a:xfrm>
            <a:off x="2011561" y="3848695"/>
            <a:ext cx="25336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실사업장 환경의 불확실성을 무시하고 기존 정형 지표에만 안주 (M-05)</a:t>
            </a:r>
            <a:endParaRPr lang="en-US" sz="1050" dirty="0"/>
          </a:p>
        </p:txBody>
      </p:sp>
      <p:sp>
        <p:nvSpPr>
          <p:cNvPr id="45" name="SK-27-text-44"/>
          <p:cNvSpPr/>
          <p:nvPr/>
        </p:nvSpPr>
        <p:spPr>
          <a:xfrm>
            <a:off x="4773811" y="3596283"/>
            <a:ext cx="33337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실사업장 환경 반영 SC 재설정</a:t>
            </a:r>
            <a:endParaRPr lang="en-US" sz="1125" dirty="0"/>
          </a:p>
        </p:txBody>
      </p:sp>
      <p:sp>
        <p:nvSpPr>
          <p:cNvPr id="46" name="SK-27-text-45"/>
          <p:cNvSpPr/>
          <p:nvPr/>
        </p:nvSpPr>
        <p:spPr>
          <a:xfrm>
            <a:off x="4773811" y="3810595"/>
            <a:ext cx="38481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편익(Outcome) 측정 체계 연계</a:t>
            </a:r>
            <a:endParaRPr lang="en-US" sz="1125" dirty="0"/>
          </a:p>
        </p:txBody>
      </p:sp>
      <p:sp>
        <p:nvSpPr>
          <p:cNvPr id="47" name="SK-27-text-46"/>
          <p:cNvSpPr/>
          <p:nvPr/>
        </p:nvSpPr>
        <p:spPr>
          <a:xfrm>
            <a:off x="4773811" y="4024908"/>
            <a:ext cx="31623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텔레메트리 데이터 공유 자동화</a:t>
            </a:r>
            <a:endParaRPr lang="en-US" sz="1125" dirty="0"/>
          </a:p>
        </p:txBody>
      </p:sp>
      <p:sp>
        <p:nvSpPr>
          <p:cNvPr id="48" name="SK-27-text-47"/>
          <p:cNvSpPr/>
          <p:nvPr/>
        </p:nvSpPr>
        <p:spPr>
          <a:xfrm>
            <a:off x="7867501" y="3615333"/>
            <a:ext cx="1524000" cy="590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M-05 (PO 협의 기록)</a:t>
            </a:r>
            <a:endParaRPr lang="en-US" sz="1050" dirty="0"/>
          </a:p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무개입완주율 6.1% 급락</a:t>
            </a:r>
            <a:endParaRPr lang="en-US" sz="1050" dirty="0"/>
          </a:p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(09_telemetry)</a:t>
            </a:r>
            <a:endParaRPr lang="en-US" sz="1050" dirty="0"/>
          </a:p>
        </p:txBody>
      </p:sp>
      <p:sp>
        <p:nvSpPr>
          <p:cNvPr id="49" name="SK-27-text-48"/>
          <p:cNvSpPr/>
          <p:nvPr/>
        </p:nvSpPr>
        <p:spPr>
          <a:xfrm>
            <a:off x="9856291" y="3615333"/>
            <a:ext cx="1581150" cy="590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실사업장 성능 괴리 조기 발견</a:t>
            </a:r>
            <a:endParaRPr lang="en-US" sz="1050" dirty="0"/>
          </a:p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사업장 이탈(73%) 방지</a:t>
            </a:r>
            <a:endParaRPr lang="en-US" sz="1050" dirty="0"/>
          </a:p>
        </p:txBody>
      </p:sp>
      <p:sp>
        <p:nvSpPr>
          <p:cNvPr id="50" name="SK-27-textBg-49"/>
          <p:cNvSpPr/>
          <p:nvPr/>
        </p:nvSpPr>
        <p:spPr>
          <a:xfrm>
            <a:off x="685800" y="5106591"/>
            <a:ext cx="342900" cy="223838"/>
          </a:xfrm>
          <a:prstGeom prst="roundRect">
            <a:avLst>
              <a:gd name="adj" fmla="val 8511"/>
            </a:avLst>
          </a:prstGeom>
          <a:solidFill>
            <a:srgbClr val="005AEE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K-27-text-50"/>
          <p:cNvSpPr/>
          <p:nvPr/>
        </p:nvSpPr>
        <p:spPr>
          <a:xfrm>
            <a:off x="742950" y="5106591"/>
            <a:ext cx="429260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05AEE"/>
                </a:solidFill>
              </a:rPr>
              <a:t>W30</a:t>
            </a:r>
            <a:endParaRPr lang="en-US" sz="975" dirty="0"/>
          </a:p>
        </p:txBody>
      </p:sp>
      <p:sp>
        <p:nvSpPr>
          <p:cNvPr id="52" name="SK-27-text-51"/>
          <p:cNvSpPr/>
          <p:nvPr/>
        </p:nvSpPr>
        <p:spPr>
          <a:xfrm>
            <a:off x="685800" y="5368528"/>
            <a:ext cx="126492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7월 28일</a:t>
            </a:r>
            <a:endParaRPr lang="en-US" sz="975" dirty="0"/>
          </a:p>
        </p:txBody>
      </p:sp>
      <p:sp>
        <p:nvSpPr>
          <p:cNvPr id="53" name="SK-27-text-52"/>
          <p:cNvSpPr/>
          <p:nvPr/>
        </p:nvSpPr>
        <p:spPr>
          <a:xfrm>
            <a:off x="2011561" y="5106591"/>
            <a:ext cx="34480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Helion v3 EOL 메일 수신</a:t>
            </a:r>
            <a:endParaRPr lang="en-US" sz="1125" dirty="0"/>
          </a:p>
        </p:txBody>
      </p:sp>
      <p:sp>
        <p:nvSpPr>
          <p:cNvPr id="54" name="SK-27-text-53"/>
          <p:cNvSpPr/>
          <p:nvPr/>
        </p:nvSpPr>
        <p:spPr>
          <a:xfrm>
            <a:off x="2216348" y="5359003"/>
            <a:ext cx="25336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배포일(9/30)과 EOL이 겹치는 치명적 리스크 인지 후 방치</a:t>
            </a:r>
            <a:endParaRPr lang="en-US" sz="1050" dirty="0"/>
          </a:p>
        </p:txBody>
      </p:sp>
      <p:sp>
        <p:nvSpPr>
          <p:cNvPr id="55" name="SK-27-text-54"/>
          <p:cNvSpPr/>
          <p:nvPr/>
        </p:nvSpPr>
        <p:spPr>
          <a:xfrm>
            <a:off x="4773811" y="5106591"/>
            <a:ext cx="47053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리스크 대장 즉시 등록 및 High 등급 부여</a:t>
            </a:r>
            <a:endParaRPr lang="en-US" sz="1125" dirty="0"/>
          </a:p>
        </p:txBody>
      </p:sp>
      <p:sp>
        <p:nvSpPr>
          <p:cNvPr id="56" name="SK-27-text-55"/>
          <p:cNvSpPr/>
          <p:nvPr/>
        </p:nvSpPr>
        <p:spPr>
          <a:xfrm>
            <a:off x="4773811" y="5320903"/>
            <a:ext cx="52197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영향도 평가(Impact Assessment) 실시</a:t>
            </a:r>
            <a:endParaRPr lang="en-US" sz="1125" dirty="0"/>
          </a:p>
        </p:txBody>
      </p:sp>
      <p:sp>
        <p:nvSpPr>
          <p:cNvPr id="57" name="SK-27-text-56"/>
          <p:cNvSpPr/>
          <p:nvPr/>
        </p:nvSpPr>
        <p:spPr>
          <a:xfrm>
            <a:off x="4773811" y="5535216"/>
            <a:ext cx="35052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마이그레이션 대응 인력 긴급 할당</a:t>
            </a:r>
            <a:endParaRPr lang="en-US" sz="1125" dirty="0"/>
          </a:p>
        </p:txBody>
      </p:sp>
      <p:sp>
        <p:nvSpPr>
          <p:cNvPr id="58" name="SK-27-text-57"/>
          <p:cNvSpPr/>
          <p:nvPr/>
        </p:nvSpPr>
        <p:spPr>
          <a:xfrm>
            <a:off x="7867501" y="5125641"/>
            <a:ext cx="1581150" cy="590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E-02 (Tech Lead 보고)</a:t>
            </a:r>
            <a:endParaRPr lang="en-US" sz="1050" dirty="0"/>
          </a:p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마이그레이션 2~4주 소요</a:t>
            </a:r>
            <a:endParaRPr lang="en-US" sz="1050" dirty="0"/>
          </a:p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배포일 D-37 시점</a:t>
            </a:r>
            <a:endParaRPr lang="en-US" sz="1050" dirty="0"/>
          </a:p>
        </p:txBody>
      </p:sp>
      <p:sp>
        <p:nvSpPr>
          <p:cNvPr id="59" name="SK-27-text-58"/>
          <p:cNvSpPr/>
          <p:nvPr/>
        </p:nvSpPr>
        <p:spPr>
          <a:xfrm>
            <a:off x="9856291" y="5125641"/>
            <a:ext cx="1581150" cy="3762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지연 리스크 원천 차단</a:t>
            </a:r>
            <a:endParaRPr lang="en-US" sz="1050" dirty="0"/>
          </a:p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골든타임 확보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8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8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8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"/>
            <a:ext cx="2122289" cy="276225"/>
          </a:xfrm>
          <a:prstGeom prst="rect">
            <a:avLst/>
          </a:prstGeom>
        </p:spPr>
      </p:pic>
      <p:pic>
        <p:nvPicPr>
          <p:cNvPr id="5" name="SK-28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438150"/>
            <a:ext cx="8812411" cy="9525"/>
          </a:xfrm>
          <a:prstGeom prst="rect">
            <a:avLst/>
          </a:prstGeom>
        </p:spPr>
      </p:pic>
      <p:pic>
        <p:nvPicPr>
          <p:cNvPr id="6" name="SK-28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371600"/>
            <a:ext cx="11049000" cy="447675"/>
          </a:xfrm>
          <a:prstGeom prst="rect">
            <a:avLst/>
          </a:prstGeom>
        </p:spPr>
      </p:pic>
      <p:pic>
        <p:nvPicPr>
          <p:cNvPr id="7" name="SK-28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523405"/>
            <a:ext cx="214313" cy="175320"/>
          </a:xfrm>
          <a:prstGeom prst="rect">
            <a:avLst/>
          </a:prstGeom>
        </p:spPr>
      </p:pic>
      <p:pic>
        <p:nvPicPr>
          <p:cNvPr id="8" name="SK-28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000250"/>
            <a:ext cx="3555950" cy="4552950"/>
          </a:xfrm>
          <a:prstGeom prst="rect">
            <a:avLst/>
          </a:prstGeom>
        </p:spPr>
      </p:pic>
      <p:pic>
        <p:nvPicPr>
          <p:cNvPr id="9" name="SK-28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2181225"/>
            <a:ext cx="952500" cy="257175"/>
          </a:xfrm>
          <a:prstGeom prst="rect">
            <a:avLst/>
          </a:prstGeom>
        </p:spPr>
      </p:pic>
      <p:pic>
        <p:nvPicPr>
          <p:cNvPr id="10" name="SK-28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2661047"/>
            <a:ext cx="381000" cy="304800"/>
          </a:xfrm>
          <a:prstGeom prst="rect">
            <a:avLst/>
          </a:prstGeom>
        </p:spPr>
      </p:pic>
      <p:pic>
        <p:nvPicPr>
          <p:cNvPr id="11" name="SK-28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3741241"/>
            <a:ext cx="990600" cy="223838"/>
          </a:xfrm>
          <a:prstGeom prst="rect">
            <a:avLst/>
          </a:prstGeom>
        </p:spPr>
      </p:pic>
      <p:pic>
        <p:nvPicPr>
          <p:cNvPr id="12" name="SK-28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5776913"/>
            <a:ext cx="3098750" cy="595313"/>
          </a:xfrm>
          <a:prstGeom prst="rect">
            <a:avLst/>
          </a:prstGeom>
        </p:spPr>
      </p:pic>
      <p:pic>
        <p:nvPicPr>
          <p:cNvPr id="13" name="SK-28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5960715"/>
            <a:ext cx="166688" cy="137220"/>
          </a:xfrm>
          <a:prstGeom prst="rect">
            <a:avLst/>
          </a:prstGeom>
        </p:spPr>
      </p:pic>
      <p:pic>
        <p:nvPicPr>
          <p:cNvPr id="14" name="SK-28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17950" y="2000250"/>
            <a:ext cx="3555950" cy="4552950"/>
          </a:xfrm>
          <a:prstGeom prst="rect">
            <a:avLst/>
          </a:prstGeom>
        </p:spPr>
      </p:pic>
      <p:pic>
        <p:nvPicPr>
          <p:cNvPr id="15" name="SK-28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46550" y="2181225"/>
            <a:ext cx="952500" cy="257175"/>
          </a:xfrm>
          <a:prstGeom prst="rect">
            <a:avLst/>
          </a:prstGeom>
        </p:spPr>
      </p:pic>
      <p:pic>
        <p:nvPicPr>
          <p:cNvPr id="16" name="SK-28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46550" y="2661047"/>
            <a:ext cx="381000" cy="304800"/>
          </a:xfrm>
          <a:prstGeom prst="rect">
            <a:avLst/>
          </a:prstGeom>
        </p:spPr>
      </p:pic>
      <p:pic>
        <p:nvPicPr>
          <p:cNvPr id="17" name="SK-28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46550" y="3489871"/>
            <a:ext cx="1676400" cy="223838"/>
          </a:xfrm>
          <a:prstGeom prst="rect">
            <a:avLst/>
          </a:prstGeom>
        </p:spPr>
      </p:pic>
      <p:pic>
        <p:nvPicPr>
          <p:cNvPr id="18" name="SK-28-img-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46550" y="5776913"/>
            <a:ext cx="3098750" cy="595313"/>
          </a:xfrm>
          <a:prstGeom prst="rect">
            <a:avLst/>
          </a:prstGeom>
        </p:spPr>
      </p:pic>
      <p:pic>
        <p:nvPicPr>
          <p:cNvPr id="19" name="SK-28-img-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46550" y="5960715"/>
            <a:ext cx="166688" cy="137220"/>
          </a:xfrm>
          <a:prstGeom prst="rect">
            <a:avLst/>
          </a:prstGeom>
        </p:spPr>
      </p:pic>
      <p:pic>
        <p:nvPicPr>
          <p:cNvPr id="20" name="SK-28-img-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64401" y="2000250"/>
            <a:ext cx="3555950" cy="4552950"/>
          </a:xfrm>
          <a:prstGeom prst="rect">
            <a:avLst/>
          </a:prstGeom>
        </p:spPr>
      </p:pic>
      <p:pic>
        <p:nvPicPr>
          <p:cNvPr id="21" name="SK-28-img-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93001" y="2181225"/>
            <a:ext cx="952500" cy="257175"/>
          </a:xfrm>
          <a:prstGeom prst="rect">
            <a:avLst/>
          </a:prstGeom>
        </p:spPr>
      </p:pic>
      <p:pic>
        <p:nvPicPr>
          <p:cNvPr id="22" name="SK-28-img-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93001" y="2661047"/>
            <a:ext cx="381000" cy="304800"/>
          </a:xfrm>
          <a:prstGeom prst="rect">
            <a:avLst/>
          </a:prstGeom>
        </p:spPr>
      </p:pic>
      <p:pic>
        <p:nvPicPr>
          <p:cNvPr id="23" name="SK-28-img-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93001" y="3741241"/>
            <a:ext cx="1981200" cy="223838"/>
          </a:xfrm>
          <a:prstGeom prst="rect">
            <a:avLst/>
          </a:prstGeom>
        </p:spPr>
      </p:pic>
      <p:pic>
        <p:nvPicPr>
          <p:cNvPr id="24" name="SK-28-img-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93001" y="5776913"/>
            <a:ext cx="3098750" cy="595313"/>
          </a:xfrm>
          <a:prstGeom prst="rect">
            <a:avLst/>
          </a:prstGeom>
        </p:spPr>
      </p:pic>
      <p:pic>
        <p:nvPicPr>
          <p:cNvPr id="25" name="SK-28-img-2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93001" y="5960715"/>
            <a:ext cx="166688" cy="137220"/>
          </a:xfrm>
          <a:prstGeom prst="rect">
            <a:avLst/>
          </a:prstGeom>
        </p:spPr>
      </p:pic>
      <p:sp>
        <p:nvSpPr>
          <p:cNvPr id="26" name="SK-28-text-25"/>
          <p:cNvSpPr/>
          <p:nvPr/>
        </p:nvSpPr>
        <p:spPr>
          <a:xfrm>
            <a:off x="647700" y="3048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27" name="SK-28-text-26"/>
          <p:cNvSpPr/>
          <p:nvPr/>
        </p:nvSpPr>
        <p:spPr>
          <a:xfrm>
            <a:off x="571500" y="657225"/>
            <a:ext cx="11620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C-12. 핵심 교훈: 가장 치명적이었던 개입 실패 Top 3</a:t>
            </a:r>
            <a:endParaRPr lang="en-US" sz="2550" dirty="0"/>
          </a:p>
        </p:txBody>
      </p:sp>
      <p:sp>
        <p:nvSpPr>
          <p:cNvPr id="28" name="SK-28-text-27"/>
          <p:cNvSpPr/>
          <p:nvPr/>
        </p:nvSpPr>
        <p:spPr>
          <a:xfrm>
            <a:off x="1052513" y="1466850"/>
            <a:ext cx="106680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33주간의 프로젝트 실패를 결정지은 3가지 '구조적 맹점' 분석</a:t>
            </a:r>
            <a:endParaRPr lang="en-US" sz="1350" dirty="0"/>
          </a:p>
        </p:txBody>
      </p:sp>
      <p:sp>
        <p:nvSpPr>
          <p:cNvPr id="29" name="SK-28-text-28"/>
          <p:cNvSpPr/>
          <p:nvPr/>
        </p:nvSpPr>
        <p:spPr>
          <a:xfrm>
            <a:off x="895350" y="2181225"/>
            <a:ext cx="1527048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FAILURE 01</a:t>
            </a:r>
            <a:endParaRPr lang="en-US" sz="1050" dirty="0"/>
          </a:p>
        </p:txBody>
      </p:sp>
      <p:sp>
        <p:nvSpPr>
          <p:cNvPr id="30" name="SK-28-text-29"/>
          <p:cNvSpPr/>
          <p:nvPr/>
        </p:nvSpPr>
        <p:spPr>
          <a:xfrm>
            <a:off x="800100" y="3143250"/>
            <a:ext cx="3098750" cy="5027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편익(Outcome) 측정 체계의 미수립</a:t>
            </a:r>
            <a:endParaRPr lang="en-US" sz="1650" dirty="0"/>
          </a:p>
        </p:txBody>
      </p:sp>
      <p:sp>
        <p:nvSpPr>
          <p:cNvPr id="31" name="SK-28-text-30"/>
          <p:cNvSpPr/>
          <p:nvPr/>
        </p:nvSpPr>
        <p:spPr>
          <a:xfrm>
            <a:off x="876300" y="3741241"/>
            <a:ext cx="1543050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05AEE"/>
                </a:solidFill>
              </a:rPr>
              <a:t>W1 Kick-off</a:t>
            </a:r>
            <a:endParaRPr lang="en-US" sz="975" dirty="0"/>
          </a:p>
        </p:txBody>
      </p:sp>
      <p:sp>
        <p:nvSpPr>
          <p:cNvPr id="32" name="SK-28-text-31"/>
          <p:cNvSpPr/>
          <p:nvPr/>
        </p:nvSpPr>
        <p:spPr>
          <a:xfrm>
            <a:off x="800100" y="4117479"/>
            <a:ext cx="317495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kern="0" spc="36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결정적 증거</a:t>
            </a:r>
            <a:endParaRPr lang="en-US" sz="900" dirty="0"/>
          </a:p>
        </p:txBody>
      </p:sp>
      <p:sp>
        <p:nvSpPr>
          <p:cNvPr id="33" name="SK-28-text-32"/>
          <p:cNvSpPr/>
          <p:nvPr/>
        </p:nvSpPr>
        <p:spPr>
          <a:xfrm>
            <a:off x="800100" y="4317504"/>
            <a:ext cx="3098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 노유진의 '편익 측정' 제안을 "기간 내 측정 불가" 이유로 기각(M-01).</a:t>
            </a:r>
            <a:endParaRPr lang="en-US" sz="1200" dirty="0"/>
          </a:p>
        </p:txBody>
      </p:sp>
      <p:sp>
        <p:nvSpPr>
          <p:cNvPr id="34" name="SK-28-text-33"/>
          <p:cNvSpPr/>
          <p:nvPr/>
        </p:nvSpPr>
        <p:spPr>
          <a:xfrm>
            <a:off x="800100" y="4898529"/>
            <a:ext cx="317495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kern="0" spc="36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결함</a:t>
            </a:r>
            <a:endParaRPr lang="en-US" sz="900" dirty="0"/>
          </a:p>
        </p:txBody>
      </p:sp>
      <p:sp>
        <p:nvSpPr>
          <p:cNvPr id="35" name="SK-28-text-34"/>
          <p:cNvSpPr/>
          <p:nvPr/>
        </p:nvSpPr>
        <p:spPr>
          <a:xfrm>
            <a:off x="800100" y="5098554"/>
            <a:ext cx="3098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케이스(118억 투자 근거)와 PM의 관리 지표가 완전히 분리됨.</a:t>
            </a:r>
            <a:endParaRPr lang="en-US" sz="1200" dirty="0"/>
          </a:p>
        </p:txBody>
      </p:sp>
      <p:sp>
        <p:nvSpPr>
          <p:cNvPr id="36" name="SK-28-text-35"/>
          <p:cNvSpPr/>
          <p:nvPr/>
        </p:nvSpPr>
        <p:spPr>
          <a:xfrm>
            <a:off x="1023938" y="5929313"/>
            <a:ext cx="30987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치명적 결과</a:t>
            </a:r>
            <a:endParaRPr lang="en-US" sz="1050" dirty="0"/>
          </a:p>
        </p:txBody>
      </p:sp>
      <p:sp>
        <p:nvSpPr>
          <p:cNvPr id="37" name="SK-28-text-36"/>
          <p:cNvSpPr/>
          <p:nvPr/>
        </p:nvSpPr>
        <p:spPr>
          <a:xfrm>
            <a:off x="800100" y="6157913"/>
            <a:ext cx="45339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가치 전달 실패를 인지할 '눈'이 사라짐.</a:t>
            </a:r>
            <a:endParaRPr lang="en-US" sz="1125" dirty="0"/>
          </a:p>
        </p:txBody>
      </p:sp>
      <p:sp>
        <p:nvSpPr>
          <p:cNvPr id="38" name="SK-28-text-37"/>
          <p:cNvSpPr/>
          <p:nvPr/>
        </p:nvSpPr>
        <p:spPr>
          <a:xfrm>
            <a:off x="4641800" y="2181225"/>
            <a:ext cx="1527048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FAILURE 02</a:t>
            </a:r>
            <a:endParaRPr lang="en-US" sz="1050" dirty="0"/>
          </a:p>
        </p:txBody>
      </p:sp>
      <p:sp>
        <p:nvSpPr>
          <p:cNvPr id="39" name="SK-28-text-38"/>
          <p:cNvSpPr/>
          <p:nvPr/>
        </p:nvSpPr>
        <p:spPr>
          <a:xfrm>
            <a:off x="4546550" y="3143250"/>
            <a:ext cx="4631055" cy="2513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보고서의 검토자/서명자 부재</a:t>
            </a:r>
            <a:endParaRPr lang="en-US" sz="1650" dirty="0"/>
          </a:p>
        </p:txBody>
      </p:sp>
      <p:sp>
        <p:nvSpPr>
          <p:cNvPr id="40" name="SK-28-text-39"/>
          <p:cNvSpPr/>
          <p:nvPr/>
        </p:nvSpPr>
        <p:spPr>
          <a:xfrm>
            <a:off x="4622750" y="3489871"/>
            <a:ext cx="2957945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05AEE"/>
                </a:solidFill>
              </a:rPr>
              <a:t>W18 Automation Start</a:t>
            </a:r>
            <a:endParaRPr lang="en-US" sz="975" dirty="0"/>
          </a:p>
        </p:txBody>
      </p:sp>
      <p:sp>
        <p:nvSpPr>
          <p:cNvPr id="41" name="SK-28-text-40"/>
          <p:cNvSpPr/>
          <p:nvPr/>
        </p:nvSpPr>
        <p:spPr>
          <a:xfrm>
            <a:off x="4546550" y="3866108"/>
            <a:ext cx="317495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kern="0" spc="36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결정적 증거</a:t>
            </a:r>
            <a:endParaRPr lang="en-US" sz="900" dirty="0"/>
          </a:p>
        </p:txBody>
      </p:sp>
      <p:sp>
        <p:nvSpPr>
          <p:cNvPr id="42" name="SK-28-text-41"/>
          <p:cNvSpPr/>
          <p:nvPr/>
        </p:nvSpPr>
        <p:spPr>
          <a:xfrm>
            <a:off x="4546550" y="4066133"/>
            <a:ext cx="3098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16주 연속 "전 지표 정상" 보고서에 인간 PM의 검토 및 승인 흔적 전무.</a:t>
            </a:r>
            <a:endParaRPr lang="en-US" sz="1200" dirty="0"/>
          </a:p>
        </p:txBody>
      </p:sp>
      <p:sp>
        <p:nvSpPr>
          <p:cNvPr id="43" name="SK-28-text-42"/>
          <p:cNvSpPr/>
          <p:nvPr/>
        </p:nvSpPr>
        <p:spPr>
          <a:xfrm>
            <a:off x="4546550" y="4647158"/>
            <a:ext cx="317495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kern="0" spc="36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결함</a:t>
            </a:r>
            <a:endParaRPr lang="en-US" sz="900" dirty="0"/>
          </a:p>
        </p:txBody>
      </p:sp>
      <p:sp>
        <p:nvSpPr>
          <p:cNvPr id="44" name="SK-28-text-43"/>
          <p:cNvSpPr/>
          <p:nvPr/>
        </p:nvSpPr>
        <p:spPr>
          <a:xfrm>
            <a:off x="4546550" y="4847183"/>
            <a:ext cx="3098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질문하지 않는 진실을 인간이 검증하지 않는 '무비판적 수용' 구조.</a:t>
            </a:r>
            <a:endParaRPr lang="en-US" sz="1200" dirty="0"/>
          </a:p>
        </p:txBody>
      </p:sp>
      <p:sp>
        <p:nvSpPr>
          <p:cNvPr id="45" name="SK-28-text-44"/>
          <p:cNvSpPr/>
          <p:nvPr/>
        </p:nvSpPr>
        <p:spPr>
          <a:xfrm>
            <a:off x="4770388" y="5929313"/>
            <a:ext cx="30987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치명적 결과</a:t>
            </a:r>
            <a:endParaRPr lang="en-US" sz="1050" dirty="0"/>
          </a:p>
        </p:txBody>
      </p:sp>
      <p:sp>
        <p:nvSpPr>
          <p:cNvPr id="46" name="SK-28-text-45"/>
          <p:cNvSpPr/>
          <p:nvPr/>
        </p:nvSpPr>
        <p:spPr>
          <a:xfrm>
            <a:off x="4546550" y="6157913"/>
            <a:ext cx="48768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 GREEN 보고서의 항상성이 문제를 은폐함.</a:t>
            </a:r>
            <a:endParaRPr lang="en-US" sz="1125" dirty="0"/>
          </a:p>
        </p:txBody>
      </p:sp>
      <p:sp>
        <p:nvSpPr>
          <p:cNvPr id="47" name="SK-28-text-46"/>
          <p:cNvSpPr/>
          <p:nvPr/>
        </p:nvSpPr>
        <p:spPr>
          <a:xfrm>
            <a:off x="8388251" y="2181225"/>
            <a:ext cx="1527048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FAILURE 03</a:t>
            </a:r>
            <a:endParaRPr lang="en-US" sz="1050" dirty="0"/>
          </a:p>
        </p:txBody>
      </p:sp>
      <p:sp>
        <p:nvSpPr>
          <p:cNvPr id="48" name="SK-28-text-47"/>
          <p:cNvSpPr/>
          <p:nvPr/>
        </p:nvSpPr>
        <p:spPr>
          <a:xfrm>
            <a:off x="8293001" y="3143250"/>
            <a:ext cx="3098750" cy="5027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이해관계자 데이터 배포 누락</a:t>
            </a:r>
            <a:endParaRPr lang="en-US" sz="1650" dirty="0"/>
          </a:p>
        </p:txBody>
      </p:sp>
      <p:sp>
        <p:nvSpPr>
          <p:cNvPr id="49" name="SK-28-text-48"/>
          <p:cNvSpPr/>
          <p:nvPr/>
        </p:nvSpPr>
        <p:spPr>
          <a:xfrm>
            <a:off x="8369201" y="3741241"/>
            <a:ext cx="3368040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05AEE"/>
                </a:solidFill>
              </a:rPr>
              <a:t>RACI Accountability Void</a:t>
            </a:r>
            <a:endParaRPr lang="en-US" sz="975" dirty="0"/>
          </a:p>
        </p:txBody>
      </p:sp>
      <p:sp>
        <p:nvSpPr>
          <p:cNvPr id="50" name="SK-28-text-49"/>
          <p:cNvSpPr/>
          <p:nvPr/>
        </p:nvSpPr>
        <p:spPr>
          <a:xfrm>
            <a:off x="8293001" y="4117479"/>
            <a:ext cx="317495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kern="0" spc="36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결정적 증거</a:t>
            </a:r>
            <a:endParaRPr lang="en-US" sz="900" dirty="0"/>
          </a:p>
        </p:txBody>
      </p:sp>
      <p:sp>
        <p:nvSpPr>
          <p:cNvPr id="51" name="SK-28-text-50"/>
          <p:cNvSpPr/>
          <p:nvPr/>
        </p:nvSpPr>
        <p:spPr>
          <a:xfrm>
            <a:off x="8293001" y="4317504"/>
            <a:ext cx="3098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텔레메트리 공유(I) 대상에서 PM, PO, 스폰서가 제외됨.</a:t>
            </a:r>
            <a:endParaRPr lang="en-US" sz="1200" dirty="0"/>
          </a:p>
        </p:txBody>
      </p:sp>
      <p:sp>
        <p:nvSpPr>
          <p:cNvPr id="52" name="SK-28-text-51"/>
          <p:cNvSpPr/>
          <p:nvPr/>
        </p:nvSpPr>
        <p:spPr>
          <a:xfrm>
            <a:off x="8293001" y="4898529"/>
            <a:ext cx="317495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kern="0" spc="36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결함</a:t>
            </a:r>
            <a:endParaRPr lang="en-US" sz="900" dirty="0"/>
          </a:p>
        </p:txBody>
      </p:sp>
      <p:sp>
        <p:nvSpPr>
          <p:cNvPr id="53" name="SK-28-text-52"/>
          <p:cNvSpPr/>
          <p:nvPr/>
        </p:nvSpPr>
        <p:spPr>
          <a:xfrm>
            <a:off x="8293001" y="5098554"/>
            <a:ext cx="3098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현장의 비명(로봇 전원 OFF)이 결정권자에게 전달되지 않는 차단막 형성.</a:t>
            </a:r>
            <a:endParaRPr lang="en-US" sz="1200" dirty="0"/>
          </a:p>
        </p:txBody>
      </p:sp>
      <p:sp>
        <p:nvSpPr>
          <p:cNvPr id="54" name="SK-28-text-53"/>
          <p:cNvSpPr/>
          <p:nvPr/>
        </p:nvSpPr>
        <p:spPr>
          <a:xfrm>
            <a:off x="8516838" y="5929313"/>
            <a:ext cx="30987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치명적 결과</a:t>
            </a:r>
            <a:endParaRPr lang="en-US" sz="1050" dirty="0"/>
          </a:p>
        </p:txBody>
      </p:sp>
      <p:sp>
        <p:nvSpPr>
          <p:cNvPr id="55" name="SK-28-text-54"/>
          <p:cNvSpPr/>
          <p:nvPr/>
        </p:nvSpPr>
        <p:spPr>
          <a:xfrm>
            <a:off x="8293001" y="6157913"/>
            <a:ext cx="3898999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사업장 이탈(임무 시도 73% 감소) 방치.</a:t>
            </a:r>
            <a:endParaRPr lang="en-US" sz="11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0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0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0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20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sp>
        <p:nvSpPr>
          <p:cNvPr id="30" name="SK-20-text-29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1" name="SK-20-text-30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D-1. 돌발 이슈 대응: DI-03 공식 결정 사항</a:t>
            </a:r>
            <a:endParaRPr lang="en-US" sz="2550" dirty="0"/>
          </a:p>
        </p:txBody>
      </p:sp>
      <p:pic>
        <p:nvPicPr>
          <p:cNvPr id="123" name="SK-12-img-5" descr="preencoded.png">
            <a:extLst>
              <a:ext uri="{FF2B5EF4-FFF2-40B4-BE49-F238E27FC236}">
                <a16:creationId xmlns:a16="http://schemas.microsoft.com/office/drawing/2014/main" id="{87F3BDB5-EF5D-C019-722C-D044B356B2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574160"/>
            <a:ext cx="11049000" cy="4175414"/>
          </a:xfrm>
          <a:prstGeom prst="rect">
            <a:avLst/>
          </a:prstGeom>
        </p:spPr>
      </p:pic>
      <p:pic>
        <p:nvPicPr>
          <p:cNvPr id="124" name="SK-12-img-6" descr="preencoded.png">
            <a:extLst>
              <a:ext uri="{FF2B5EF4-FFF2-40B4-BE49-F238E27FC236}">
                <a16:creationId xmlns:a16="http://schemas.microsoft.com/office/drawing/2014/main" id="{4FB9131A-8477-FE40-F475-EA0F05B46D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585599"/>
            <a:ext cx="3682901" cy="533400"/>
          </a:xfrm>
          <a:prstGeom prst="rect">
            <a:avLst/>
          </a:prstGeom>
        </p:spPr>
      </p:pic>
      <p:pic>
        <p:nvPicPr>
          <p:cNvPr id="125" name="SK-12-img-7" descr="preencoded.png">
            <a:extLst>
              <a:ext uri="{FF2B5EF4-FFF2-40B4-BE49-F238E27FC236}">
                <a16:creationId xmlns:a16="http://schemas.microsoft.com/office/drawing/2014/main" id="{B7C1E182-2CC2-02AB-04E1-ADF97B5266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4401" y="2585599"/>
            <a:ext cx="3682901" cy="533400"/>
          </a:xfrm>
          <a:prstGeom prst="rect">
            <a:avLst/>
          </a:prstGeom>
        </p:spPr>
      </p:pic>
      <p:pic>
        <p:nvPicPr>
          <p:cNvPr id="126" name="SK-12-img-8" descr="preencoded.png">
            <a:extLst>
              <a:ext uri="{FF2B5EF4-FFF2-40B4-BE49-F238E27FC236}">
                <a16:creationId xmlns:a16="http://schemas.microsoft.com/office/drawing/2014/main" id="{F2657046-FC32-74D6-B887-348014AEBC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7302" y="2585599"/>
            <a:ext cx="3683198" cy="533400"/>
          </a:xfrm>
          <a:prstGeom prst="rect">
            <a:avLst/>
          </a:prstGeom>
        </p:spPr>
      </p:pic>
      <p:pic>
        <p:nvPicPr>
          <p:cNvPr id="127" name="SK-12-img-9" descr="preencoded.png">
            <a:extLst>
              <a:ext uri="{FF2B5EF4-FFF2-40B4-BE49-F238E27FC236}">
                <a16:creationId xmlns:a16="http://schemas.microsoft.com/office/drawing/2014/main" id="{AFA2E6AB-58AF-26B4-1EA3-F2144EF15E5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118999"/>
            <a:ext cx="3682901" cy="720030"/>
          </a:xfrm>
          <a:prstGeom prst="rect">
            <a:avLst/>
          </a:prstGeom>
        </p:spPr>
      </p:pic>
      <p:pic>
        <p:nvPicPr>
          <p:cNvPr id="128" name="SK-12-img-10" descr="preencoded.png">
            <a:extLst>
              <a:ext uri="{FF2B5EF4-FFF2-40B4-BE49-F238E27FC236}">
                <a16:creationId xmlns:a16="http://schemas.microsoft.com/office/drawing/2014/main" id="{0FFD81F2-3FAE-A962-B427-08895891D48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4401" y="3118999"/>
            <a:ext cx="3682901" cy="720030"/>
          </a:xfrm>
          <a:prstGeom prst="rect">
            <a:avLst/>
          </a:prstGeom>
        </p:spPr>
      </p:pic>
      <p:pic>
        <p:nvPicPr>
          <p:cNvPr id="131" name="SK-12-img-13" descr="preencoded.png">
            <a:extLst>
              <a:ext uri="{FF2B5EF4-FFF2-40B4-BE49-F238E27FC236}">
                <a16:creationId xmlns:a16="http://schemas.microsoft.com/office/drawing/2014/main" id="{1C6AE07C-8976-0D12-066C-04FA6FA6B0E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4347026"/>
            <a:ext cx="3682901" cy="720030"/>
          </a:xfrm>
          <a:prstGeom prst="rect">
            <a:avLst/>
          </a:prstGeom>
        </p:spPr>
      </p:pic>
      <p:pic>
        <p:nvPicPr>
          <p:cNvPr id="132" name="SK-12-img-14" descr="preencoded.png">
            <a:extLst>
              <a:ext uri="{FF2B5EF4-FFF2-40B4-BE49-F238E27FC236}">
                <a16:creationId xmlns:a16="http://schemas.microsoft.com/office/drawing/2014/main" id="{7EDFBF17-E1A2-62A3-A945-A21D918A4E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4401" y="3839029"/>
            <a:ext cx="3682901" cy="720030"/>
          </a:xfrm>
          <a:prstGeom prst="rect">
            <a:avLst/>
          </a:prstGeom>
        </p:spPr>
      </p:pic>
      <p:sp>
        <p:nvSpPr>
          <p:cNvPr id="145" name="SK-12-text-31">
            <a:extLst>
              <a:ext uri="{FF2B5EF4-FFF2-40B4-BE49-F238E27FC236}">
                <a16:creationId xmlns:a16="http://schemas.microsoft.com/office/drawing/2014/main" id="{0816BA15-91EA-0DAD-6C00-43BEF7F962B7}"/>
              </a:ext>
            </a:extLst>
          </p:cNvPr>
          <p:cNvSpPr/>
          <p:nvPr/>
        </p:nvSpPr>
        <p:spPr>
          <a:xfrm>
            <a:off x="723900" y="2585599"/>
            <a:ext cx="345430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Question</a:t>
            </a:r>
            <a:endParaRPr lang="en-US" sz="1200" dirty="0"/>
          </a:p>
        </p:txBody>
      </p:sp>
      <p:sp>
        <p:nvSpPr>
          <p:cNvPr id="146" name="SK-12-text-32">
            <a:extLst>
              <a:ext uri="{FF2B5EF4-FFF2-40B4-BE49-F238E27FC236}">
                <a16:creationId xmlns:a16="http://schemas.microsoft.com/office/drawing/2014/main" id="{66ADC098-DF43-16C2-4454-017B303AB713}"/>
              </a:ext>
            </a:extLst>
          </p:cNvPr>
          <p:cNvSpPr/>
          <p:nvPr/>
        </p:nvSpPr>
        <p:spPr>
          <a:xfrm>
            <a:off x="4406801" y="2585599"/>
            <a:ext cx="4437562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 방향 (Solution Direction)</a:t>
            </a:r>
            <a:endParaRPr lang="en-US" sz="1200" dirty="0"/>
          </a:p>
        </p:txBody>
      </p:sp>
      <p:sp>
        <p:nvSpPr>
          <p:cNvPr id="147" name="SK-12-text-34">
            <a:extLst>
              <a:ext uri="{FF2B5EF4-FFF2-40B4-BE49-F238E27FC236}">
                <a16:creationId xmlns:a16="http://schemas.microsoft.com/office/drawing/2014/main" id="{1972C0E8-C23C-CB6E-5BCC-4F4366A11F36}"/>
              </a:ext>
            </a:extLst>
          </p:cNvPr>
          <p:cNvSpPr/>
          <p:nvPr/>
        </p:nvSpPr>
        <p:spPr>
          <a:xfrm>
            <a:off x="723900" y="3377627"/>
            <a:ext cx="3459063" cy="7200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ko-KR" altLang="en-US" sz="12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</a:rPr>
              <a:t>무엇이 </a:t>
            </a:r>
            <a:r>
              <a:rPr lang="en-US" altLang="ko-KR" sz="12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</a:rPr>
              <a:t>HERMES</a:t>
            </a:r>
            <a:r>
              <a:rPr lang="ko-KR" altLang="en-US" sz="12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</a:rPr>
              <a:t>의 공식 결정인지</a:t>
            </a:r>
            <a:endParaRPr lang="en-US" sz="1275" dirty="0"/>
          </a:p>
        </p:txBody>
      </p:sp>
      <p:sp>
        <p:nvSpPr>
          <p:cNvPr id="148" name="SK-12-text-35">
            <a:extLst>
              <a:ext uri="{FF2B5EF4-FFF2-40B4-BE49-F238E27FC236}">
                <a16:creationId xmlns:a16="http://schemas.microsoft.com/office/drawing/2014/main" id="{A6790038-0D34-A3BE-BA0C-D9C2E2F8A484}"/>
              </a:ext>
            </a:extLst>
          </p:cNvPr>
          <p:cNvSpPr/>
          <p:nvPr/>
        </p:nvSpPr>
        <p:spPr>
          <a:xfrm>
            <a:off x="4406801" y="3377627"/>
            <a:ext cx="6713781" cy="7200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ko-KR" altLang="en-US" sz="1400" dirty="0">
                <a:effectLst/>
              </a:rPr>
              <a:t>전 </a:t>
            </a:r>
            <a:r>
              <a:rPr lang="ko-KR" altLang="en-US" sz="1400" dirty="0" err="1">
                <a:effectLst/>
              </a:rPr>
              <a:t>리전</a:t>
            </a:r>
            <a:r>
              <a:rPr lang="ko-KR" altLang="en-US" sz="1400" dirty="0">
                <a:effectLst/>
              </a:rPr>
              <a:t> </a:t>
            </a:r>
            <a:r>
              <a:rPr lang="ko-KR" altLang="en-US" sz="1400" b="1" dirty="0">
                <a:effectLst/>
              </a:rPr>
              <a:t>단일 안전 </a:t>
            </a:r>
            <a:r>
              <a:rPr lang="ko-KR" altLang="en-US" sz="1400" b="1" dirty="0" err="1">
                <a:effectLst/>
              </a:rPr>
              <a:t>폴백</a:t>
            </a:r>
            <a:r>
              <a:rPr lang="ko-KR" altLang="en-US" sz="1400" b="1" dirty="0">
                <a:effectLst/>
              </a:rPr>
              <a:t> </a:t>
            </a:r>
            <a:r>
              <a:rPr lang="en-US" altLang="ko-KR" sz="1400" b="1" dirty="0">
                <a:effectLst/>
              </a:rPr>
              <a:t>= "</a:t>
            </a:r>
            <a:r>
              <a:rPr lang="ko-KR" altLang="en-US" sz="1400" b="1" dirty="0">
                <a:effectLst/>
              </a:rPr>
              <a:t>안전 정지 후 관제 인계</a:t>
            </a:r>
            <a:r>
              <a:rPr lang="en-US" altLang="ko-KR" sz="1400" b="1" dirty="0">
                <a:effectLst/>
              </a:rPr>
              <a:t>(fail-safe)"</a:t>
            </a:r>
            <a:r>
              <a:rPr lang="ko-KR" altLang="en-US" sz="1400" dirty="0">
                <a:effectLst/>
              </a:rPr>
              <a:t>로 확정</a:t>
            </a:r>
            <a:r>
              <a:rPr lang="en-US" altLang="ko-KR" sz="1400" dirty="0">
                <a:effectLst/>
              </a:rPr>
              <a:t>. </a:t>
            </a:r>
            <a:r>
              <a:rPr lang="ko-KR" altLang="en-US" sz="1400" dirty="0">
                <a:effectLst/>
              </a:rPr>
              <a:t>한국의 정지</a:t>
            </a:r>
            <a:r>
              <a:rPr lang="en-US" altLang="ko-KR" sz="1400" dirty="0">
                <a:effectLst/>
              </a:rPr>
              <a:t>·</a:t>
            </a:r>
            <a:r>
              <a:rPr lang="ko-KR" altLang="en-US" sz="1400" dirty="0">
                <a:effectLst/>
              </a:rPr>
              <a:t>관제호출을 표준으로 승격</a:t>
            </a:r>
            <a:r>
              <a:rPr lang="en-US" altLang="ko-KR" sz="1400" dirty="0">
                <a:effectLst/>
              </a:rPr>
              <a:t>. </a:t>
            </a:r>
            <a:r>
              <a:rPr lang="ko-KR" altLang="en-US" sz="1400" dirty="0">
                <a:effectLst/>
              </a:rPr>
              <a:t>미국의 </a:t>
            </a:r>
            <a:r>
              <a:rPr lang="ko-KR" altLang="en-US" sz="1400" b="1" dirty="0">
                <a:effectLst/>
              </a:rPr>
              <a:t>전체 자율 우회 재계획은 안전 </a:t>
            </a:r>
            <a:r>
              <a:rPr lang="ko-KR" altLang="en-US" sz="1400" b="1" dirty="0" err="1">
                <a:effectLst/>
              </a:rPr>
              <a:t>폴백에서</a:t>
            </a:r>
            <a:r>
              <a:rPr lang="ko-KR" altLang="en-US" sz="1400" b="1" dirty="0">
                <a:effectLst/>
              </a:rPr>
              <a:t> 제외</a:t>
            </a:r>
            <a:r>
              <a:rPr lang="ko-KR" altLang="en-US" sz="1400" dirty="0">
                <a:effectLst/>
              </a:rPr>
              <a:t> </a:t>
            </a:r>
            <a:r>
              <a:rPr lang="en-US" altLang="ko-KR" sz="1400" dirty="0">
                <a:effectLst/>
              </a:rPr>
              <a:t>— </a:t>
            </a:r>
            <a:r>
              <a:rPr lang="ko-KR" altLang="en-US" sz="1400" dirty="0">
                <a:effectLst/>
              </a:rPr>
              <a:t>폐기가 아니라 </a:t>
            </a:r>
            <a:r>
              <a:rPr lang="en-US" altLang="ko-KR" sz="1400" dirty="0">
                <a:effectLst/>
              </a:rPr>
              <a:t>'</a:t>
            </a:r>
            <a:r>
              <a:rPr lang="ko-KR" altLang="en-US" sz="1400" dirty="0">
                <a:effectLst/>
              </a:rPr>
              <a:t>정상 주행 자율성 개선</a:t>
            </a:r>
            <a:r>
              <a:rPr lang="en-US" altLang="ko-KR" sz="1400" dirty="0">
                <a:effectLst/>
              </a:rPr>
              <a:t>' </a:t>
            </a:r>
            <a:r>
              <a:rPr lang="ko-KR" altLang="en-US" sz="1400" dirty="0">
                <a:effectLst/>
              </a:rPr>
              <a:t>후보로 </a:t>
            </a:r>
            <a:r>
              <a:rPr lang="ko-KR" altLang="en-US" sz="1400" dirty="0" err="1">
                <a:effectLst/>
              </a:rPr>
              <a:t>재분류</a:t>
            </a:r>
            <a:r>
              <a:rPr lang="en-US" altLang="ko-KR" sz="1400" dirty="0">
                <a:effectLst/>
              </a:rPr>
              <a:t>(</a:t>
            </a:r>
            <a:r>
              <a:rPr lang="ko-KR" altLang="en-US" sz="1400" dirty="0">
                <a:effectLst/>
              </a:rPr>
              <a:t>안전 검증 통과 전 미적용</a:t>
            </a:r>
            <a:r>
              <a:rPr lang="en-US" altLang="ko-KR" sz="1400" dirty="0">
                <a:effectLst/>
              </a:rPr>
              <a:t>). </a:t>
            </a:r>
            <a:r>
              <a:rPr lang="ko-KR" altLang="en-US" sz="1400" dirty="0">
                <a:effectLst/>
              </a:rPr>
              <a:t>인도는 표준 신규 적용</a:t>
            </a:r>
            <a:r>
              <a:rPr lang="en-US" altLang="ko-KR" sz="1400" dirty="0">
                <a:effectLst/>
              </a:rPr>
              <a:t>.</a:t>
            </a:r>
            <a:endParaRPr lang="en-US" sz="1275" dirty="0"/>
          </a:p>
        </p:txBody>
      </p:sp>
      <p:sp>
        <p:nvSpPr>
          <p:cNvPr id="149" name="SK-12-text-37">
            <a:extLst>
              <a:ext uri="{FF2B5EF4-FFF2-40B4-BE49-F238E27FC236}">
                <a16:creationId xmlns:a16="http://schemas.microsoft.com/office/drawing/2014/main" id="{BC21F793-6B81-21FC-8BA2-BF7C9C6D1777}"/>
              </a:ext>
            </a:extLst>
          </p:cNvPr>
          <p:cNvSpPr/>
          <p:nvPr/>
        </p:nvSpPr>
        <p:spPr>
          <a:xfrm>
            <a:off x="723900" y="4494814"/>
            <a:ext cx="3459063" cy="7200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ko-KR" altLang="en-US" sz="12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</a:rPr>
              <a:t>누가 최종 결정 권한을 갖는지</a:t>
            </a:r>
            <a:endParaRPr lang="en-US" sz="1275" dirty="0"/>
          </a:p>
        </p:txBody>
      </p:sp>
      <p:sp>
        <p:nvSpPr>
          <p:cNvPr id="150" name="SK-12-text-38">
            <a:extLst>
              <a:ext uri="{FF2B5EF4-FFF2-40B4-BE49-F238E27FC236}">
                <a16:creationId xmlns:a16="http://schemas.microsoft.com/office/drawing/2014/main" id="{BE61F0A6-C926-06FC-11A6-407515F8D2FD}"/>
              </a:ext>
            </a:extLst>
          </p:cNvPr>
          <p:cNvSpPr/>
          <p:nvPr/>
        </p:nvSpPr>
        <p:spPr>
          <a:xfrm>
            <a:off x="4406801" y="4494814"/>
            <a:ext cx="6649126" cy="7200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altLang="ko-KR" sz="1400" b="1" dirty="0">
                <a:effectLst/>
              </a:rPr>
              <a:t>Global PM</a:t>
            </a:r>
            <a:r>
              <a:rPr lang="ko-KR" altLang="en-US" sz="1400" b="1" dirty="0">
                <a:effectLst/>
              </a:rPr>
              <a:t>이 최종 의사결정 소유자</a:t>
            </a:r>
            <a:r>
              <a:rPr lang="en-US" altLang="ko-KR" sz="1400" b="1" dirty="0">
                <a:effectLst/>
              </a:rPr>
              <a:t>(Accountable)</a:t>
            </a:r>
            <a:r>
              <a:rPr lang="en-US" altLang="ko-KR" sz="1400" dirty="0">
                <a:effectLst/>
              </a:rPr>
              <a:t>, </a:t>
            </a:r>
            <a:r>
              <a:rPr lang="ko-KR" altLang="en-US" sz="1400" dirty="0">
                <a:effectLst/>
              </a:rPr>
              <a:t>안전</a:t>
            </a:r>
            <a:r>
              <a:rPr lang="en-US" altLang="ko-KR" sz="1400" dirty="0">
                <a:effectLst/>
              </a:rPr>
              <a:t>/</a:t>
            </a:r>
            <a:r>
              <a:rPr lang="ko-KR" altLang="en-US" sz="1400" dirty="0">
                <a:effectLst/>
              </a:rPr>
              <a:t>품질 책임자</a:t>
            </a:r>
            <a:r>
              <a:rPr lang="en-US" altLang="ko-KR" sz="1400" dirty="0">
                <a:effectLst/>
              </a:rPr>
              <a:t>·</a:t>
            </a:r>
            <a:r>
              <a:rPr lang="ko-KR" altLang="en-US" sz="1400" dirty="0">
                <a:effectLst/>
              </a:rPr>
              <a:t>스폰서 공동 승인</a:t>
            </a:r>
            <a:r>
              <a:rPr lang="en-US" altLang="ko-KR" sz="1400" dirty="0">
                <a:effectLst/>
              </a:rPr>
              <a:t>. </a:t>
            </a:r>
            <a:r>
              <a:rPr lang="ko-KR" altLang="en-US" sz="1400" dirty="0">
                <a:effectLst/>
              </a:rPr>
              <a:t>안전 동작은 </a:t>
            </a:r>
            <a:r>
              <a:rPr lang="ko-KR" altLang="en-US" sz="1400" b="1" dirty="0" err="1">
                <a:effectLst/>
              </a:rPr>
              <a:t>리전</a:t>
            </a:r>
            <a:r>
              <a:rPr lang="ko-KR" altLang="en-US" sz="1400" b="1" dirty="0">
                <a:effectLst/>
              </a:rPr>
              <a:t> 실무 협의로 확정 불가</a:t>
            </a:r>
            <a:r>
              <a:rPr lang="en-US" altLang="ko-KR" sz="1400" dirty="0">
                <a:effectLst/>
              </a:rPr>
              <a:t>(</a:t>
            </a:r>
            <a:r>
              <a:rPr lang="ko-KR" altLang="en-US" sz="1400" dirty="0">
                <a:effectLst/>
              </a:rPr>
              <a:t>그게 </a:t>
            </a:r>
            <a:r>
              <a:rPr lang="en-US" altLang="ko-KR" sz="1400" dirty="0">
                <a:effectLst/>
              </a:rPr>
              <a:t>DEC-07</a:t>
            </a:r>
            <a:r>
              <a:rPr lang="ko-KR" altLang="en-US" sz="1400" dirty="0">
                <a:effectLst/>
              </a:rPr>
              <a:t>이 갈라진 원인</a:t>
            </a:r>
            <a:r>
              <a:rPr lang="en-US" altLang="ko-KR" sz="1400" dirty="0">
                <a:effectLst/>
              </a:rPr>
              <a:t>). </a:t>
            </a:r>
            <a:r>
              <a:rPr lang="ko-KR" altLang="en-US" sz="1400" dirty="0">
                <a:effectLst/>
              </a:rPr>
              <a:t>결정은 </a:t>
            </a:r>
            <a:r>
              <a:rPr lang="en-US" altLang="ko-KR" sz="1400" dirty="0">
                <a:effectLst/>
              </a:rPr>
              <a:t>SSOT(</a:t>
            </a:r>
            <a:r>
              <a:rPr lang="ko-KR" altLang="en-US" sz="1400" dirty="0">
                <a:effectLst/>
              </a:rPr>
              <a:t>결정로그</a:t>
            </a:r>
            <a:r>
              <a:rPr lang="en-US" altLang="ko-KR" sz="1400" dirty="0">
                <a:effectLst/>
              </a:rPr>
              <a:t>)</a:t>
            </a:r>
            <a:r>
              <a:rPr lang="ko-KR" altLang="en-US" sz="1400" dirty="0">
                <a:effectLst/>
              </a:rPr>
              <a:t>에 </a:t>
            </a:r>
            <a:r>
              <a:rPr lang="en-US" altLang="ko-KR" sz="1400" dirty="0">
                <a:effectLst/>
              </a:rPr>
              <a:t>1</a:t>
            </a:r>
            <a:r>
              <a:rPr lang="ko-KR" altLang="en-US" sz="1400" dirty="0">
                <a:effectLst/>
              </a:rPr>
              <a:t>회 기록</a:t>
            </a:r>
            <a:r>
              <a:rPr lang="en-US" altLang="ko-KR" sz="1400" dirty="0">
                <a:effectLst/>
              </a:rPr>
              <a:t>·3</a:t>
            </a:r>
            <a:r>
              <a:rPr lang="ko-KR" altLang="en-US" sz="1400" dirty="0" err="1">
                <a:effectLst/>
              </a:rPr>
              <a:t>리전</a:t>
            </a:r>
            <a:r>
              <a:rPr lang="ko-KR" altLang="en-US" sz="1400" dirty="0">
                <a:effectLst/>
              </a:rPr>
              <a:t> 동시 통지</a:t>
            </a:r>
            <a:r>
              <a:rPr lang="en-US" altLang="ko-KR" sz="1400" dirty="0">
                <a:effectLst/>
              </a:rPr>
              <a:t>.</a:t>
            </a:r>
            <a:endParaRPr lang="en-US" sz="1275" dirty="0"/>
          </a:p>
        </p:txBody>
      </p:sp>
      <p:sp>
        <p:nvSpPr>
          <p:cNvPr id="151" name="SK-12-text-40">
            <a:extLst>
              <a:ext uri="{FF2B5EF4-FFF2-40B4-BE49-F238E27FC236}">
                <a16:creationId xmlns:a16="http://schemas.microsoft.com/office/drawing/2014/main" id="{1797C3D4-795C-E75C-12E5-E6089C4843BC}"/>
              </a:ext>
            </a:extLst>
          </p:cNvPr>
          <p:cNvSpPr/>
          <p:nvPr/>
        </p:nvSpPr>
        <p:spPr>
          <a:xfrm>
            <a:off x="723900" y="5787495"/>
            <a:ext cx="3526718" cy="7200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ko-KR" altLang="en-US" sz="12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결정이 각 </a:t>
            </a:r>
            <a:r>
              <a:rPr lang="ko-KR" altLang="en-US" sz="1275" b="1" dirty="0" err="1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리전에</a:t>
            </a:r>
            <a:r>
              <a:rPr lang="ko-KR" altLang="en-US" sz="12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어떻게 적용되는지</a:t>
            </a:r>
            <a:endParaRPr lang="en-US" sz="1275" dirty="0"/>
          </a:p>
        </p:txBody>
      </p:sp>
      <p:sp>
        <p:nvSpPr>
          <p:cNvPr id="152" name="SK-12-text-41">
            <a:extLst>
              <a:ext uri="{FF2B5EF4-FFF2-40B4-BE49-F238E27FC236}">
                <a16:creationId xmlns:a16="http://schemas.microsoft.com/office/drawing/2014/main" id="{8D61BB11-7B8D-68CD-18EA-756C3CCB3C1B}"/>
              </a:ext>
            </a:extLst>
          </p:cNvPr>
          <p:cNvSpPr/>
          <p:nvPr/>
        </p:nvSpPr>
        <p:spPr>
          <a:xfrm>
            <a:off x="4406801" y="5787495"/>
            <a:ext cx="6713781" cy="7200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ko-KR" altLang="en-US" sz="1400" dirty="0">
                <a:effectLst/>
              </a:rPr>
              <a:t>오늘부터 </a:t>
            </a:r>
            <a:r>
              <a:rPr lang="en-US" altLang="ko-KR" sz="1400" b="1" dirty="0">
                <a:effectLst/>
              </a:rPr>
              <a:t>3</a:t>
            </a:r>
            <a:r>
              <a:rPr lang="ko-KR" altLang="en-US" sz="1400" b="1" dirty="0" err="1">
                <a:effectLst/>
              </a:rPr>
              <a:t>리전</a:t>
            </a:r>
            <a:r>
              <a:rPr lang="ko-KR" altLang="en-US" sz="1400" b="1" dirty="0">
                <a:effectLst/>
              </a:rPr>
              <a:t> 전부 동일한 안전 동작</a:t>
            </a:r>
            <a:r>
              <a:rPr lang="en-US" altLang="ko-KR" sz="1400" b="1" dirty="0">
                <a:effectLst/>
              </a:rPr>
              <a:t>(</a:t>
            </a:r>
            <a:r>
              <a:rPr lang="ko-KR" altLang="en-US" sz="1400" b="1" dirty="0">
                <a:effectLst/>
              </a:rPr>
              <a:t>정지</a:t>
            </a:r>
            <a:r>
              <a:rPr lang="en-US" altLang="ko-KR" sz="1400" b="1" dirty="0">
                <a:effectLst/>
              </a:rPr>
              <a:t>+</a:t>
            </a:r>
            <a:r>
              <a:rPr lang="ko-KR" altLang="en-US" sz="1400" b="1" dirty="0">
                <a:effectLst/>
              </a:rPr>
              <a:t>관제 인계</a:t>
            </a:r>
            <a:r>
              <a:rPr lang="en-US" altLang="ko-KR" sz="1400" b="1" dirty="0">
                <a:effectLst/>
              </a:rPr>
              <a:t>)</a:t>
            </a:r>
            <a:r>
              <a:rPr lang="ko-KR" altLang="en-US" sz="1400" dirty="0">
                <a:effectLst/>
              </a:rPr>
              <a:t> 적용</a:t>
            </a:r>
            <a:r>
              <a:rPr lang="en-US" altLang="ko-KR" sz="1400" dirty="0">
                <a:effectLst/>
              </a:rPr>
              <a:t>. </a:t>
            </a:r>
            <a:r>
              <a:rPr lang="ko-KR" altLang="en-US" sz="1400" dirty="0">
                <a:effectLst/>
              </a:rPr>
              <a:t>리전마다 다르게 두지 않음</a:t>
            </a:r>
            <a:r>
              <a:rPr lang="en-US" altLang="ko-KR" sz="1400" dirty="0">
                <a:effectLst/>
              </a:rPr>
              <a:t>. </a:t>
            </a:r>
            <a:r>
              <a:rPr lang="ko-KR" altLang="en-US" sz="1400" dirty="0">
                <a:effectLst/>
              </a:rPr>
              <a:t>로컬 인프라 차이</a:t>
            </a:r>
            <a:r>
              <a:rPr lang="en-US" altLang="ko-KR" sz="1400" dirty="0">
                <a:effectLst/>
              </a:rPr>
              <a:t>(</a:t>
            </a:r>
            <a:r>
              <a:rPr lang="ko-KR" altLang="en-US" sz="1400" dirty="0">
                <a:effectLst/>
              </a:rPr>
              <a:t>네트워크</a:t>
            </a:r>
            <a:r>
              <a:rPr lang="en-US" altLang="ko-KR" sz="1400" dirty="0">
                <a:effectLst/>
              </a:rPr>
              <a:t>·</a:t>
            </a:r>
            <a:r>
              <a:rPr lang="ko-KR" altLang="en-US" sz="1400" dirty="0">
                <a:effectLst/>
              </a:rPr>
              <a:t>맵</a:t>
            </a:r>
            <a:r>
              <a:rPr lang="en-US" altLang="ko-KR" sz="1400" dirty="0">
                <a:effectLst/>
              </a:rPr>
              <a:t>)</a:t>
            </a:r>
            <a:r>
              <a:rPr lang="ko-KR" altLang="en-US" sz="1400" dirty="0">
                <a:effectLst/>
              </a:rPr>
              <a:t>는 </a:t>
            </a:r>
            <a:r>
              <a:rPr lang="en-US" altLang="ko-KR" sz="1400" b="1" dirty="0">
                <a:effectLst/>
              </a:rPr>
              <a:t>"</a:t>
            </a:r>
            <a:r>
              <a:rPr lang="ko-KR" altLang="en-US" sz="1400" b="1" dirty="0">
                <a:effectLst/>
              </a:rPr>
              <a:t>이 표준을 만족시키는 구현 방식</a:t>
            </a:r>
            <a:r>
              <a:rPr lang="en-US" altLang="ko-KR" sz="1400" b="1" dirty="0">
                <a:effectLst/>
              </a:rPr>
              <a:t>"</a:t>
            </a:r>
            <a:r>
              <a:rPr lang="ko-KR" altLang="en-US" sz="1400" b="1" dirty="0">
                <a:effectLst/>
              </a:rPr>
              <a:t>에서만</a:t>
            </a:r>
            <a:r>
              <a:rPr lang="ko-KR" altLang="en-US" sz="1400" dirty="0">
                <a:effectLst/>
              </a:rPr>
              <a:t> 허용 </a:t>
            </a:r>
            <a:r>
              <a:rPr lang="en-US" altLang="ko-KR" sz="1400" dirty="0">
                <a:effectLst/>
              </a:rPr>
              <a:t>— </a:t>
            </a:r>
            <a:r>
              <a:rPr lang="ko-KR" altLang="en-US" sz="1400" dirty="0">
                <a:effectLst/>
              </a:rPr>
              <a:t>안전 동작 자체</a:t>
            </a:r>
            <a:r>
              <a:rPr lang="en-US" altLang="ko-KR" sz="1400" dirty="0">
                <a:effectLst/>
              </a:rPr>
              <a:t>(</a:t>
            </a:r>
            <a:r>
              <a:rPr lang="ko-KR" altLang="en-US" sz="1400" dirty="0">
                <a:effectLst/>
              </a:rPr>
              <a:t>무엇을 할지</a:t>
            </a:r>
            <a:r>
              <a:rPr lang="en-US" altLang="ko-KR" sz="1400" dirty="0">
                <a:effectLst/>
              </a:rPr>
              <a:t>)</a:t>
            </a:r>
            <a:r>
              <a:rPr lang="ko-KR" altLang="en-US" sz="1400" dirty="0">
                <a:effectLst/>
              </a:rPr>
              <a:t>는 </a:t>
            </a:r>
            <a:r>
              <a:rPr lang="en-US" altLang="ko-KR" sz="1400" dirty="0">
                <a:effectLst/>
              </a:rPr>
              <a:t>100% </a:t>
            </a:r>
            <a:r>
              <a:rPr lang="ko-KR" altLang="en-US" sz="1400" dirty="0">
                <a:effectLst/>
              </a:rPr>
              <a:t>동일</a:t>
            </a:r>
            <a:r>
              <a:rPr lang="en-US" altLang="ko-KR" sz="1400" dirty="0">
                <a:effectLst/>
              </a:rPr>
              <a:t>. 48h </a:t>
            </a:r>
            <a:r>
              <a:rPr lang="ko-KR" altLang="en-US" sz="1400" dirty="0">
                <a:effectLst/>
              </a:rPr>
              <a:t>내 로컬 설정 동기화</a:t>
            </a:r>
            <a:r>
              <a:rPr lang="en-US" altLang="ko-KR" sz="1400" dirty="0">
                <a:effectLst/>
              </a:rPr>
              <a:t>, </a:t>
            </a:r>
            <a:r>
              <a:rPr lang="ko-KR" altLang="en-US" sz="1400" dirty="0" err="1">
                <a:effectLst/>
              </a:rPr>
              <a:t>미준수</a:t>
            </a:r>
            <a:endParaRPr lang="en-US" sz="1275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1C31156-D01F-25F7-C4F0-E9B16C33E733}"/>
              </a:ext>
            </a:extLst>
          </p:cNvPr>
          <p:cNvSpPr txBox="1"/>
          <p:nvPr/>
        </p:nvSpPr>
        <p:spPr>
          <a:xfrm>
            <a:off x="571500" y="1383067"/>
            <a:ext cx="11049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37797B"/>
                </a:solidFill>
                <a:effectLst/>
              </a:rPr>
              <a:t>판단 기준 </a:t>
            </a:r>
            <a:r>
              <a:rPr lang="en-US" altLang="ko-KR" b="1" dirty="0">
                <a:solidFill>
                  <a:srgbClr val="37797B"/>
                </a:solidFill>
                <a:effectLst/>
              </a:rPr>
              <a:t>· </a:t>
            </a:r>
            <a:r>
              <a:rPr lang="ko-KR" altLang="en-US" b="1" dirty="0">
                <a:solidFill>
                  <a:srgbClr val="37797B"/>
                </a:solidFill>
                <a:effectLst/>
              </a:rPr>
              <a:t>가치 서열</a:t>
            </a:r>
            <a:r>
              <a:rPr lang="ko-KR" altLang="en-US" sz="1600" dirty="0">
                <a:effectLst/>
              </a:rPr>
              <a:t> </a:t>
            </a:r>
            <a:endParaRPr lang="en-US" altLang="ko-KR" sz="1600" dirty="0">
              <a:effectLst/>
            </a:endParaRPr>
          </a:p>
          <a:p>
            <a:r>
              <a:rPr lang="ko-KR" altLang="en-US" sz="1600" b="1" dirty="0">
                <a:effectLst/>
              </a:rPr>
              <a:t>안전</a:t>
            </a:r>
            <a:r>
              <a:rPr lang="en-US" altLang="ko-KR" sz="1600" b="1" dirty="0">
                <a:effectLst/>
              </a:rPr>
              <a:t>·</a:t>
            </a:r>
            <a:r>
              <a:rPr lang="ko-KR" altLang="en-US" sz="1600" b="1" dirty="0">
                <a:effectLst/>
              </a:rPr>
              <a:t>규제는 불가침 전제</a:t>
            </a:r>
            <a:r>
              <a:rPr lang="en-US" altLang="ko-KR" sz="1600" dirty="0">
                <a:effectLst/>
              </a:rPr>
              <a:t>(</a:t>
            </a:r>
            <a:r>
              <a:rPr lang="ko-KR" altLang="en-US" sz="1600" dirty="0">
                <a:effectLst/>
              </a:rPr>
              <a:t>서열 밖 </a:t>
            </a:r>
            <a:r>
              <a:rPr lang="en-US" altLang="ko-KR" sz="1600" dirty="0">
                <a:effectLst/>
              </a:rPr>
              <a:t>· </a:t>
            </a:r>
            <a:r>
              <a:rPr lang="ko-KR" altLang="en-US" sz="1600" dirty="0">
                <a:effectLst/>
              </a:rPr>
              <a:t>일정보다 우선</a:t>
            </a:r>
            <a:r>
              <a:rPr lang="en-US" altLang="ko-KR" sz="1600" dirty="0">
                <a:effectLst/>
              </a:rPr>
              <a:t>). </a:t>
            </a:r>
            <a:r>
              <a:rPr lang="ko-KR" altLang="en-US" sz="1600" dirty="0" err="1">
                <a:effectLst/>
              </a:rPr>
              <a:t>폴백은</a:t>
            </a:r>
            <a:r>
              <a:rPr lang="ko-KR" altLang="en-US" sz="1600" dirty="0">
                <a:effectLst/>
              </a:rPr>
              <a:t> 안전 동작이라 </a:t>
            </a:r>
            <a:r>
              <a:rPr lang="ko-KR" altLang="en-US" sz="1600" dirty="0" err="1">
                <a:effectLst/>
              </a:rPr>
              <a:t>리전</a:t>
            </a:r>
            <a:r>
              <a:rPr lang="ko-KR" altLang="en-US" sz="1600" dirty="0">
                <a:effectLst/>
              </a:rPr>
              <a:t> 실무 협의로 확정 불가 → </a:t>
            </a:r>
            <a:r>
              <a:rPr lang="ko-KR" altLang="en-US" sz="1600" b="1" dirty="0">
                <a:effectLst/>
              </a:rPr>
              <a:t>단일 표준이 필수</a:t>
            </a:r>
            <a:r>
              <a:rPr lang="en-US" altLang="ko-KR" sz="1600" dirty="0">
                <a:effectLst/>
              </a:rPr>
              <a:t>. </a:t>
            </a:r>
            <a:r>
              <a:rPr lang="ko-KR" altLang="en-US" sz="1600" dirty="0" err="1">
                <a:effectLst/>
              </a:rPr>
              <a:t>미학습</a:t>
            </a:r>
            <a:r>
              <a:rPr lang="ko-KR" altLang="en-US" sz="1600" dirty="0">
                <a:effectLst/>
              </a:rPr>
              <a:t> 구간은 현장 실패율이 가장 높은 지점</a:t>
            </a:r>
            <a:r>
              <a:rPr lang="en-US" altLang="ko-KR" sz="1600" dirty="0">
                <a:effectLst/>
              </a:rPr>
              <a:t>(</a:t>
            </a:r>
            <a:r>
              <a:rPr lang="ko-KR" altLang="en-US" sz="1600" dirty="0">
                <a:effectLst/>
              </a:rPr>
              <a:t>실사업장 </a:t>
            </a:r>
            <a:r>
              <a:rPr lang="en-US" altLang="ko-KR" sz="1600" dirty="0">
                <a:effectLst/>
              </a:rPr>
              <a:t>58.6%)</a:t>
            </a:r>
            <a:r>
              <a:rPr lang="ko-KR" altLang="en-US" sz="1600" dirty="0">
                <a:effectLst/>
              </a:rPr>
              <a:t>이라</a:t>
            </a:r>
            <a:r>
              <a:rPr lang="en-US" altLang="ko-KR" sz="1600" dirty="0">
                <a:effectLst/>
              </a:rPr>
              <a:t>, </a:t>
            </a:r>
            <a:r>
              <a:rPr lang="ko-KR" altLang="en-US" sz="1600" dirty="0">
                <a:effectLst/>
              </a:rPr>
              <a:t>그 순간에 </a:t>
            </a:r>
            <a:r>
              <a:rPr lang="ko-KR" altLang="en-US" sz="1600" b="1" dirty="0">
                <a:effectLst/>
              </a:rPr>
              <a:t>자율 우회 재계획을 돌리는 것은 가장 위험할 때 자율 판단에 맡기는 안전 전제 위반</a:t>
            </a:r>
            <a:endParaRPr lang="ko-KR" alt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0000" y="360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AEE"/>
                </a:solidFill>
              </a:defRPr>
            </a:pPr>
            <a:r>
              <a:rPr dirty="0"/>
              <a:t>DIAGNOSTIC REPORT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0000" y="1007999"/>
            <a:ext cx="864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D1D5DB"/>
                </a:solidFill>
              </a:defRPr>
            </a:pPr>
            <a:r>
              <a:rPr lang="ko-KR" altLang="en-US" sz="2200" dirty="0"/>
              <a:t>프로젝트와 함께하는 </a:t>
            </a:r>
            <a:r>
              <a:rPr lang="en-US" altLang="ko-KR" sz="2200" dirty="0"/>
              <a:t>PM Transformers</a:t>
            </a:r>
            <a:endParaRPr sz="2200" dirty="0"/>
          </a:p>
        </p:txBody>
      </p:sp>
      <p:sp>
        <p:nvSpPr>
          <p:cNvPr id="15" name="Rectangle 14"/>
          <p:cNvSpPr/>
          <p:nvPr/>
        </p:nvSpPr>
        <p:spPr>
          <a:xfrm>
            <a:off x="900000" y="5760000"/>
            <a:ext cx="10080000" cy="127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0000" y="5868000"/>
            <a:ext cx="43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4B5563"/>
                </a:solidFill>
              </a:defRPr>
            </a:pPr>
            <a:r>
              <a:rPr dirty="0"/>
              <a:t>CASE CLOSED — PMB-2026-0826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0000" y="5868000"/>
            <a:ext cx="25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B5563"/>
                </a:solidFill>
              </a:defRPr>
            </a:pPr>
            <a:r>
              <a:t>2026-08-26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2F43977-4249-6EAD-6CE8-2CD59F123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1580669"/>
            <a:ext cx="5562600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023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c6ed9fc-fefc-4a0c-a6d6-10cf236c0d4f}" enabled="1" method="Standard" siteId="{5069cde4-642a-45c0-8094-d0c2dec10be3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5627</Words>
  <Application>Microsoft Office PowerPoint</Application>
  <PresentationFormat>와이드스크린</PresentationFormat>
  <Paragraphs>857</Paragraphs>
  <Slides>30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4" baseType="lpstr">
      <vt:lpstr>Noto Sans KR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이영희/팀장/webOS ACP RP개발팀</cp:lastModifiedBy>
  <cp:revision>108</cp:revision>
  <dcterms:created xsi:type="dcterms:W3CDTF">2026-08-26T04:02:21Z</dcterms:created>
  <dcterms:modified xsi:type="dcterms:W3CDTF">2026-08-26T08:10:44Z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Theme:3</vt:lpwstr>
  </property>
  <property fmtid="{D5CDD505-2E9C-101B-9397-08002B2CF9AE}" pid="3" name="ClassificationContentMarkingHeaderText">
    <vt:lpwstr>LGE Internal Use Only</vt:lpwstr>
  </property>
</Properties>
</file>